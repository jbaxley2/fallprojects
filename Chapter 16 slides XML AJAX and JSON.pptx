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1"/>
  </p:sldMasterIdLst>
  <p:notesMasterIdLst>
    <p:notesMasterId r:id="rId24"/>
  </p:notesMasterIdLst>
  <p:handoutMasterIdLst>
    <p:handoutMasterId r:id="rId25"/>
  </p:handoutMasterIdLst>
  <p:sldIdLst>
    <p:sldId id="323" r:id="rId2"/>
    <p:sldId id="326" r:id="rId3"/>
    <p:sldId id="327" r:id="rId4"/>
    <p:sldId id="329" r:id="rId5"/>
    <p:sldId id="330" r:id="rId6"/>
    <p:sldId id="331" r:id="rId7"/>
    <p:sldId id="333" r:id="rId8"/>
    <p:sldId id="378" r:id="rId9"/>
    <p:sldId id="379" r:id="rId10"/>
    <p:sldId id="380" r:id="rId11"/>
    <p:sldId id="336" r:id="rId12"/>
    <p:sldId id="337" r:id="rId13"/>
    <p:sldId id="338" r:id="rId14"/>
    <p:sldId id="383" r:id="rId15"/>
    <p:sldId id="339" r:id="rId16"/>
    <p:sldId id="340" r:id="rId17"/>
    <p:sldId id="376" r:id="rId18"/>
    <p:sldId id="385" r:id="rId19"/>
    <p:sldId id="377" r:id="rId20"/>
    <p:sldId id="382" r:id="rId21"/>
    <p:sldId id="381" r:id="rId22"/>
    <p:sldId id="38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3BB2"/>
    <a:srgbClr val="4E0C3B"/>
    <a:srgbClr val="4D0D3F"/>
    <a:srgbClr val="0033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86452" autoAdjust="0"/>
  </p:normalViewPr>
  <p:slideViewPr>
    <p:cSldViewPr>
      <p:cViewPr varScale="1">
        <p:scale>
          <a:sx n="96" d="100"/>
          <a:sy n="96" d="100"/>
        </p:scale>
        <p:origin x="86" y="13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765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fld id="{94633A84-D730-4DB1-B585-7559B92CE5D8}" type="datetimeFigureOut">
              <a:rPr lang="en-US"/>
              <a:pPr>
                <a:defRPr/>
              </a:pPr>
              <a:t>7/17/2023</a:t>
            </a:fld>
            <a:endParaRPr lang="en-US"/>
          </a:p>
        </p:txBody>
      </p:sp>
      <p:sp>
        <p:nvSpPr>
          <p:cNvPr id="2765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765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1C669EC8-97E7-4C24-A864-1853E75085DC}" type="slidenum">
              <a:rPr lang="en-US"/>
              <a:pPr>
                <a:defRPr/>
              </a:pPr>
              <a:t>‹#›</a:t>
            </a:fld>
            <a:endParaRPr lang="en-US"/>
          </a:p>
        </p:txBody>
      </p:sp>
    </p:spTree>
    <p:extLst>
      <p:ext uri="{BB962C8B-B14F-4D97-AF65-F5344CB8AC3E}">
        <p14:creationId xmlns:p14="http://schemas.microsoft.com/office/powerpoint/2010/main" val="97898575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7-17T16:38:19.69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29,'4'1,"-1"0,0 0,1-1,-1 2,0-1,0 0,0 1,0-1,0 1,0 0,3 2,21 12,-21-14,-1-1,1 0,0 0,-1-1,1 1,-1-1,1 0,0-1,-1 1,11-4,57-21,-56 18,1 0,19-4,10 4,1 3,0 1,76 6,-30 0,932-2,-927 3,143 26,67 4,-221-33,84 5,500 9,-442-17,716 2,-896 3,0 2,78 19,-39-6,214 31,-236-40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7-17T16:38:34.72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1,'98'0,"215"3,-223 3,130 24,-110-10,1-5,161 2,1079-19,-1319 0,51-8,-27 1,-24 4,-4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32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53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532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82C5A2EE-74B4-4329-B2EC-6DFE0575EDC9}" type="slidenum">
              <a:rPr lang="en-US"/>
              <a:pPr>
                <a:defRPr/>
              </a:pPr>
              <a:t>‹#›</a:t>
            </a:fld>
            <a:endParaRPr lang="en-US"/>
          </a:p>
        </p:txBody>
      </p:sp>
    </p:spTree>
    <p:extLst>
      <p:ext uri="{BB962C8B-B14F-4D97-AF65-F5344CB8AC3E}">
        <p14:creationId xmlns:p14="http://schemas.microsoft.com/office/powerpoint/2010/main" val="23924556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2C5A2EE-74B4-4329-B2EC-6DFE0575EDC9}" type="slidenum">
              <a:rPr lang="en-US" smtClean="0"/>
              <a:pPr>
                <a:defRPr/>
              </a:pPr>
              <a:t>6</a:t>
            </a:fld>
            <a:endParaRPr lang="en-US"/>
          </a:p>
        </p:txBody>
      </p:sp>
    </p:spTree>
    <p:extLst>
      <p:ext uri="{BB962C8B-B14F-4D97-AF65-F5344CB8AC3E}">
        <p14:creationId xmlns:p14="http://schemas.microsoft.com/office/powerpoint/2010/main" val="4348502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spTree>
      <p:nvGrpSpPr>
        <p:cNvPr id="1" name=""/>
        <p:cNvGrpSpPr/>
        <p:nvPr/>
      </p:nvGrpSpPr>
      <p:grpSpPr>
        <a:xfrm>
          <a:off x="0" y="0"/>
          <a:ext cx="0" cy="0"/>
          <a:chOff x="0" y="0"/>
          <a:chExt cx="0" cy="0"/>
        </a:xfrm>
      </p:grpSpPr>
      <p:pic>
        <p:nvPicPr>
          <p:cNvPr id="8" name="Picture 7"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6" name="Subtitle 2"/>
          <p:cNvSpPr>
            <a:spLocks noGrp="1"/>
          </p:cNvSpPr>
          <p:nvPr>
            <p:ph type="subTitle" idx="1" hasCustomPrompt="1"/>
          </p:nvPr>
        </p:nvSpPr>
        <p:spPr>
          <a:xfrm>
            <a:off x="905891" y="2546143"/>
            <a:ext cx="8480869" cy="585216"/>
          </a:xfrm>
          <a:prstGeom prst="rect">
            <a:avLst/>
          </a:prstGeom>
        </p:spPr>
        <p:txBody>
          <a:bodyPr>
            <a:noAutofit/>
          </a:bodyPr>
          <a:lstStyle>
            <a:lvl1pPr marL="0" indent="0" algn="l">
              <a:buNone/>
              <a:defRPr sz="2800" kern="1200" cap="all" spc="100" baseline="0">
                <a:solidFill>
                  <a:srgbClr val="E89223"/>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sp>
        <p:nvSpPr>
          <p:cNvPr id="7" name="Title 1"/>
          <p:cNvSpPr>
            <a:spLocks noGrp="1"/>
          </p:cNvSpPr>
          <p:nvPr>
            <p:ph type="ctrTitle" hasCustomPrompt="1"/>
          </p:nvPr>
        </p:nvSpPr>
        <p:spPr>
          <a:xfrm>
            <a:off x="914400" y="1591125"/>
            <a:ext cx="8480869" cy="842361"/>
          </a:xfrm>
          <a:prstGeom prst="rect">
            <a:avLst/>
          </a:prstGeom>
        </p:spPr>
        <p:txBody>
          <a:bodyPr>
            <a:noAutofit/>
          </a:bodyPr>
          <a:lstStyle>
            <a:lvl1pPr algn="l">
              <a:defRPr sz="4000" spc="100" baseline="0">
                <a:solidFill>
                  <a:schemeClr val="bg1"/>
                </a:solidFill>
                <a:latin typeface="+mj-lt"/>
              </a:defRPr>
            </a:lvl1pPr>
          </a:lstStyle>
          <a:p>
            <a:r>
              <a:rPr lang="en-US" dirty="0"/>
              <a:t>TITLE GOES HERE</a:t>
            </a:r>
          </a:p>
        </p:txBody>
      </p:sp>
      <p:pic>
        <p:nvPicPr>
          <p:cNvPr id="9" name="Picture 8"/>
          <p:cNvPicPr>
            <a:picLocks noChangeAspect="1"/>
          </p:cNvPicPr>
          <p:nvPr/>
        </p:nvPicPr>
        <p:blipFill>
          <a:blip r:embed="rId3"/>
          <a:stretch>
            <a:fillRect/>
          </a:stretch>
        </p:blipFill>
        <p:spPr>
          <a:xfrm>
            <a:off x="10244675" y="5036259"/>
            <a:ext cx="1486976" cy="1093596"/>
          </a:xfrm>
          <a:prstGeom prst="rect">
            <a:avLst/>
          </a:prstGeom>
        </p:spPr>
      </p:pic>
      <p:pic>
        <p:nvPicPr>
          <p:cNvPr id="10" name="Picture 9"/>
          <p:cNvPicPr>
            <a:picLocks noChangeAspect="1"/>
          </p:cNvPicPr>
          <p:nvPr/>
        </p:nvPicPr>
        <p:blipFill>
          <a:blip r:embed="rId3"/>
          <a:stretch>
            <a:fillRect/>
          </a:stretch>
        </p:blipFill>
        <p:spPr>
          <a:xfrm>
            <a:off x="10244675" y="5036259"/>
            <a:ext cx="1486976" cy="1093596"/>
          </a:xfrm>
          <a:prstGeom prst="rect">
            <a:avLst/>
          </a:prstGeom>
        </p:spPr>
      </p:pic>
    </p:spTree>
    <p:extLst>
      <p:ext uri="{BB962C8B-B14F-4D97-AF65-F5344CB8AC3E}">
        <p14:creationId xmlns:p14="http://schemas.microsoft.com/office/powerpoint/2010/main" val="48432724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Subhead w_text_white">
    <p:spTree>
      <p:nvGrpSpPr>
        <p:cNvPr id="1" name=""/>
        <p:cNvGrpSpPr/>
        <p:nvPr/>
      </p:nvGrpSpPr>
      <p:grpSpPr>
        <a:xfrm>
          <a:off x="0" y="0"/>
          <a:ext cx="0" cy="0"/>
          <a:chOff x="0" y="0"/>
          <a:chExt cx="0" cy="0"/>
        </a:xfrm>
      </p:grpSpPr>
      <p:pic>
        <p:nvPicPr>
          <p:cNvPr id="11" name="Picture 10" descr="PPT Backgrounds_NEW COLOR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4" y="0"/>
            <a:ext cx="12188388" cy="6858000"/>
          </a:xfrm>
          <a:prstGeom prst="rect">
            <a:avLst/>
          </a:prstGeom>
        </p:spPr>
      </p:pic>
      <p:sp>
        <p:nvSpPr>
          <p:cNvPr id="9" name="Content Placeholder 2"/>
          <p:cNvSpPr>
            <a:spLocks noGrp="1"/>
          </p:cNvSpPr>
          <p:nvPr>
            <p:ph sz="half" idx="1" hasCustomPrompt="1"/>
          </p:nvPr>
        </p:nvSpPr>
        <p:spPr>
          <a:xfrm>
            <a:off x="757350" y="2152733"/>
            <a:ext cx="8547885" cy="4388169"/>
          </a:xfrm>
          <a:prstGeom prst="rect">
            <a:avLst/>
          </a:prstGeom>
        </p:spPr>
        <p:txBody>
          <a:bodyPr>
            <a:normAutofit/>
          </a:bodyPr>
          <a:lstStyle>
            <a:lvl1pPr marL="0" indent="0">
              <a:lnSpc>
                <a:spcPct val="100000"/>
              </a:lnSpc>
              <a:spcBef>
                <a:spcPts val="0"/>
              </a:spcBef>
              <a:spcAft>
                <a:spcPts val="1000"/>
              </a:spcAft>
              <a:buClr>
                <a:srgbClr val="F7A800"/>
              </a:buClr>
              <a:buFont typeface="Arial"/>
              <a:buNone/>
              <a:defRPr sz="1800" b="0" i="0" kern="1200" spc="0" baseline="0">
                <a:solidFill>
                  <a:srgbClr val="142C46"/>
                </a:solidFill>
                <a:latin typeface="+mn-lt"/>
              </a:defRPr>
            </a:lvl1pPr>
            <a:lvl2pPr>
              <a:lnSpc>
                <a:spcPct val="100000"/>
              </a:lnSpc>
              <a:spcBef>
                <a:spcPts val="0"/>
              </a:spcBef>
              <a:spcAft>
                <a:spcPts val="1000"/>
              </a:spcAft>
              <a:buClr>
                <a:srgbClr val="F7A800"/>
              </a:buClr>
              <a:buFont typeface="Arial" pitchFamily="34" charset="0"/>
              <a:buChar char="•"/>
              <a:defRPr sz="1800" b="0" i="0" kern="1200" spc="0" baseline="0">
                <a:solidFill>
                  <a:srgbClr val="142C46"/>
                </a:solidFill>
                <a:latin typeface="+mn-lt"/>
              </a:defRPr>
            </a:lvl2pPr>
            <a:lvl3pPr>
              <a:lnSpc>
                <a:spcPct val="100000"/>
              </a:lnSpc>
              <a:spcBef>
                <a:spcPts val="0"/>
              </a:spcBef>
              <a:spcAft>
                <a:spcPts val="1000"/>
              </a:spcAft>
              <a:buClr>
                <a:srgbClr val="F7A800"/>
              </a:buClr>
              <a:buFont typeface="Arial" pitchFamily="34" charset="0"/>
              <a:buChar char="•"/>
              <a:defRPr sz="1800" b="0" i="0" kern="1200" spc="0" baseline="0">
                <a:solidFill>
                  <a:srgbClr val="142C46"/>
                </a:solidFill>
                <a:latin typeface="+mn-lt"/>
              </a:defRPr>
            </a:lvl3pPr>
            <a:lvl4pPr>
              <a:lnSpc>
                <a:spcPct val="100000"/>
              </a:lnSpc>
              <a:spcBef>
                <a:spcPts val="0"/>
              </a:spcBef>
              <a:spcAft>
                <a:spcPts val="1000"/>
              </a:spcAft>
              <a:buClr>
                <a:srgbClr val="F7A800"/>
              </a:buClr>
              <a:buFont typeface="Arial" pitchFamily="34" charset="0"/>
              <a:buChar char="•"/>
              <a:defRPr sz="1800" b="0" i="0" kern="1200" spc="0" baseline="0">
                <a:solidFill>
                  <a:srgbClr val="142C46"/>
                </a:solidFill>
                <a:latin typeface="+mn-lt"/>
              </a:defRPr>
            </a:lvl4pPr>
            <a:lvl5pPr marL="1828800" indent="0">
              <a:buClr>
                <a:srgbClr val="F7A800"/>
              </a:buClr>
              <a:buFont typeface="Arial" pitchFamily="34" charset="0"/>
              <a:buNone/>
              <a:defRPr sz="1800" b="0" i="0" kern="1200" spc="100" baseline="0">
                <a:solidFill>
                  <a:schemeClr val="bg1"/>
                </a:solidFill>
                <a:latin typeface="+mn-lt"/>
              </a:defRPr>
            </a:lvl5pPr>
            <a:lvl6pPr>
              <a:defRPr sz="1800"/>
            </a:lvl6pPr>
            <a:lvl7pPr>
              <a:defRPr sz="1800"/>
            </a:lvl7pPr>
            <a:lvl8pPr>
              <a:defRPr sz="1800"/>
            </a:lvl8pPr>
            <a:lvl9pPr>
              <a:defRPr sz="1800"/>
            </a:lvl9pPr>
          </a:lstStyle>
          <a:p>
            <a:pPr lvl="0"/>
            <a:r>
              <a:rPr lang="en-US" dirty="0"/>
              <a:t>Paragraph goes here. </a:t>
            </a:r>
          </a:p>
          <a:p>
            <a:pPr lvl="0"/>
            <a:r>
              <a:rPr lang="en-US" dirty="0"/>
              <a:t>And here as well if there is a second paragraph.</a:t>
            </a:r>
          </a:p>
          <a:p>
            <a:pPr lvl="1"/>
            <a:r>
              <a:rPr lang="en-US" dirty="0"/>
              <a:t>Second level</a:t>
            </a:r>
          </a:p>
          <a:p>
            <a:pPr lvl="2"/>
            <a:r>
              <a:rPr lang="en-US" dirty="0"/>
              <a:t>Third level</a:t>
            </a:r>
          </a:p>
          <a:p>
            <a:pPr lvl="3"/>
            <a:r>
              <a:rPr lang="en-US" dirty="0"/>
              <a:t>Fourth level</a:t>
            </a:r>
          </a:p>
        </p:txBody>
      </p:sp>
      <p:sp>
        <p:nvSpPr>
          <p:cNvPr id="8" name="Subtitle 2"/>
          <p:cNvSpPr>
            <a:spLocks noGrp="1"/>
          </p:cNvSpPr>
          <p:nvPr>
            <p:ph type="subTitle" idx="10" hasCustomPrompt="1"/>
          </p:nvPr>
        </p:nvSpPr>
        <p:spPr>
          <a:xfrm>
            <a:off x="761232" y="1303780"/>
            <a:ext cx="8544003" cy="585216"/>
          </a:xfrm>
          <a:prstGeom prst="rect">
            <a:avLst/>
          </a:prstGeom>
        </p:spPr>
        <p:txBody>
          <a:bodyPr>
            <a:noAutofit/>
          </a:bodyPr>
          <a:lstStyle>
            <a:lvl1pPr marL="0" indent="0" algn="l">
              <a:buNone/>
              <a:defRPr sz="1800" kern="1200" cap="all" spc="100" baseline="0">
                <a:solidFill>
                  <a:srgbClr val="E89223"/>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pic>
        <p:nvPicPr>
          <p:cNvPr id="10" name="Picture 9"/>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6"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latin typeface="+mj-lt"/>
              </a:defRPr>
            </a:lvl1pPr>
          </a:lstStyle>
          <a:p>
            <a:pPr lvl="0"/>
            <a:r>
              <a:rPr lang="en-US" dirty="0"/>
              <a:t>Subhead (One line or two)</a:t>
            </a:r>
          </a:p>
        </p:txBody>
      </p:sp>
    </p:spTree>
    <p:extLst>
      <p:ext uri="{BB962C8B-B14F-4D97-AF65-F5344CB8AC3E}">
        <p14:creationId xmlns:p14="http://schemas.microsoft.com/office/powerpoint/2010/main" val="1072476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Subhead w_text_white">
    <p:spTree>
      <p:nvGrpSpPr>
        <p:cNvPr id="1" name=""/>
        <p:cNvGrpSpPr/>
        <p:nvPr/>
      </p:nvGrpSpPr>
      <p:grpSpPr>
        <a:xfrm>
          <a:off x="0" y="0"/>
          <a:ext cx="0" cy="0"/>
          <a:chOff x="0" y="0"/>
          <a:chExt cx="0" cy="0"/>
        </a:xfrm>
      </p:grpSpPr>
      <p:pic>
        <p:nvPicPr>
          <p:cNvPr id="10" name="Picture 9" descr="PPT Backgrounds_NEW COLORS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9" name="Content Placeholder 2"/>
          <p:cNvSpPr>
            <a:spLocks noGrp="1"/>
          </p:cNvSpPr>
          <p:nvPr>
            <p:ph sz="half" idx="1" hasCustomPrompt="1"/>
          </p:nvPr>
        </p:nvSpPr>
        <p:spPr>
          <a:xfrm>
            <a:off x="757350" y="2152733"/>
            <a:ext cx="8547885" cy="4388169"/>
          </a:xfrm>
          <a:prstGeom prst="rect">
            <a:avLst/>
          </a:prstGeom>
        </p:spPr>
        <p:txBody>
          <a:bodyPr>
            <a:normAutofit/>
          </a:bodyPr>
          <a:lstStyle>
            <a:lvl1pPr marL="0" indent="0">
              <a:lnSpc>
                <a:spcPct val="100000"/>
              </a:lnSpc>
              <a:spcBef>
                <a:spcPts val="0"/>
              </a:spcBef>
              <a:spcAft>
                <a:spcPts val="1000"/>
              </a:spcAft>
              <a:buClr>
                <a:srgbClr val="F7A800"/>
              </a:buClr>
              <a:buFont typeface="Arial"/>
              <a:buNone/>
              <a:defRPr sz="1800" b="0" i="0" kern="1200" spc="0" baseline="0">
                <a:solidFill>
                  <a:schemeClr val="bg1"/>
                </a:solidFill>
                <a:latin typeface="+mn-lt"/>
              </a:defRPr>
            </a:lvl1pPr>
            <a:lvl2pPr>
              <a:lnSpc>
                <a:spcPct val="100000"/>
              </a:lnSpc>
              <a:spcBef>
                <a:spcPts val="0"/>
              </a:spcBef>
              <a:spcAft>
                <a:spcPts val="1000"/>
              </a:spcAft>
              <a:buClr>
                <a:srgbClr val="F7A800"/>
              </a:buClr>
              <a:buFont typeface="Arial" pitchFamily="34" charset="0"/>
              <a:buChar char="•"/>
              <a:defRPr sz="1800" b="0" i="0" kern="1200" spc="0" baseline="0">
                <a:solidFill>
                  <a:schemeClr val="bg1"/>
                </a:solidFill>
                <a:latin typeface="+mn-lt"/>
              </a:defRPr>
            </a:lvl2pPr>
            <a:lvl3pPr>
              <a:lnSpc>
                <a:spcPct val="100000"/>
              </a:lnSpc>
              <a:spcBef>
                <a:spcPts val="0"/>
              </a:spcBef>
              <a:spcAft>
                <a:spcPts val="1000"/>
              </a:spcAft>
              <a:buClr>
                <a:srgbClr val="F7A800"/>
              </a:buClr>
              <a:buFont typeface="Arial" pitchFamily="34" charset="0"/>
              <a:buChar char="•"/>
              <a:defRPr sz="1800" b="0" i="0" kern="1200" spc="0" baseline="0">
                <a:solidFill>
                  <a:schemeClr val="bg1"/>
                </a:solidFill>
                <a:latin typeface="+mn-lt"/>
              </a:defRPr>
            </a:lvl3pPr>
            <a:lvl4pPr>
              <a:lnSpc>
                <a:spcPct val="100000"/>
              </a:lnSpc>
              <a:spcBef>
                <a:spcPts val="0"/>
              </a:spcBef>
              <a:spcAft>
                <a:spcPts val="1000"/>
              </a:spcAft>
              <a:buClr>
                <a:srgbClr val="F7A800"/>
              </a:buClr>
              <a:buFont typeface="Arial" pitchFamily="34" charset="0"/>
              <a:buChar char="•"/>
              <a:defRPr sz="1800" b="0" i="0" kern="1200" spc="0" baseline="0">
                <a:solidFill>
                  <a:schemeClr val="bg1"/>
                </a:solidFill>
                <a:latin typeface="+mn-lt"/>
              </a:defRPr>
            </a:lvl4pPr>
            <a:lvl5pPr marL="1828800" indent="0">
              <a:buClr>
                <a:srgbClr val="F7A800"/>
              </a:buClr>
              <a:buFont typeface="Arial" pitchFamily="34" charset="0"/>
              <a:buNone/>
              <a:defRPr sz="1800" b="0" i="0" kern="1200" spc="100" baseline="0">
                <a:solidFill>
                  <a:schemeClr val="bg1"/>
                </a:solidFill>
                <a:latin typeface="+mn-lt"/>
              </a:defRPr>
            </a:lvl5pPr>
            <a:lvl6pPr>
              <a:defRPr sz="1800"/>
            </a:lvl6pPr>
            <a:lvl7pPr>
              <a:defRPr sz="1800"/>
            </a:lvl7pPr>
            <a:lvl8pPr>
              <a:defRPr sz="1800"/>
            </a:lvl8pPr>
            <a:lvl9pPr>
              <a:defRPr sz="1800"/>
            </a:lvl9pPr>
          </a:lstStyle>
          <a:p>
            <a:pPr lvl="0"/>
            <a:r>
              <a:rPr lang="en-US" dirty="0"/>
              <a:t>Paragraph goes here. </a:t>
            </a:r>
          </a:p>
          <a:p>
            <a:pPr lvl="0"/>
            <a:r>
              <a:rPr lang="en-US" dirty="0"/>
              <a:t>And here as well if there is a second paragraph.</a:t>
            </a:r>
          </a:p>
          <a:p>
            <a:pPr lvl="1"/>
            <a:r>
              <a:rPr lang="en-US" dirty="0"/>
              <a:t>Second level</a:t>
            </a:r>
          </a:p>
          <a:p>
            <a:pPr lvl="2"/>
            <a:r>
              <a:rPr lang="en-US" dirty="0"/>
              <a:t>Third level</a:t>
            </a:r>
          </a:p>
          <a:p>
            <a:pPr lvl="3"/>
            <a:r>
              <a:rPr lang="en-US" dirty="0"/>
              <a:t>Fourth level</a:t>
            </a:r>
          </a:p>
        </p:txBody>
      </p:sp>
      <p:sp>
        <p:nvSpPr>
          <p:cNvPr id="8" name="Subtitle 2"/>
          <p:cNvSpPr>
            <a:spLocks noGrp="1"/>
          </p:cNvSpPr>
          <p:nvPr>
            <p:ph type="subTitle" idx="10" hasCustomPrompt="1"/>
          </p:nvPr>
        </p:nvSpPr>
        <p:spPr>
          <a:xfrm>
            <a:off x="761232" y="1303780"/>
            <a:ext cx="8544003" cy="585216"/>
          </a:xfrm>
          <a:prstGeom prst="rect">
            <a:avLst/>
          </a:prstGeom>
        </p:spPr>
        <p:txBody>
          <a:bodyPr>
            <a:noAutofit/>
          </a:bodyPr>
          <a:lstStyle>
            <a:lvl1pPr marL="0" indent="0" algn="l">
              <a:buNone/>
              <a:defRPr sz="1800" b="1" kern="1200" cap="all" spc="100" baseline="0">
                <a:solidFill>
                  <a:srgbClr val="0C436A"/>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12"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chemeClr val="bg1"/>
                </a:solidFill>
                <a:latin typeface="+mj-lt"/>
              </a:defRPr>
            </a:lvl1pPr>
          </a:lstStyle>
          <a:p>
            <a:pPr lvl="0"/>
            <a:r>
              <a:rPr lang="en-US" dirty="0"/>
              <a:t>Subhead (One line or two)</a:t>
            </a:r>
          </a:p>
        </p:txBody>
      </p:sp>
    </p:spTree>
    <p:extLst>
      <p:ext uri="{BB962C8B-B14F-4D97-AF65-F5344CB8AC3E}">
        <p14:creationId xmlns:p14="http://schemas.microsoft.com/office/powerpoint/2010/main" val="276860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Subhead w_text_white">
    <p:spTree>
      <p:nvGrpSpPr>
        <p:cNvPr id="1" name=""/>
        <p:cNvGrpSpPr/>
        <p:nvPr/>
      </p:nvGrpSpPr>
      <p:grpSpPr>
        <a:xfrm>
          <a:off x="0" y="0"/>
          <a:ext cx="0" cy="0"/>
          <a:chOff x="0" y="0"/>
          <a:chExt cx="0" cy="0"/>
        </a:xfrm>
      </p:grpSpPr>
      <p:pic>
        <p:nvPicPr>
          <p:cNvPr id="10" name="Picture 9" descr="PPT Backgrounds_NEW COLORS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9" name="Content Placeholder 2"/>
          <p:cNvSpPr>
            <a:spLocks noGrp="1"/>
          </p:cNvSpPr>
          <p:nvPr>
            <p:ph sz="half" idx="1" hasCustomPrompt="1"/>
          </p:nvPr>
        </p:nvSpPr>
        <p:spPr>
          <a:xfrm>
            <a:off x="757350" y="2152733"/>
            <a:ext cx="8547885" cy="4388169"/>
          </a:xfrm>
          <a:prstGeom prst="rect">
            <a:avLst/>
          </a:prstGeom>
        </p:spPr>
        <p:txBody>
          <a:bodyPr>
            <a:normAutofit/>
          </a:bodyPr>
          <a:lstStyle>
            <a:lvl1pPr marL="0" indent="0">
              <a:lnSpc>
                <a:spcPct val="100000"/>
              </a:lnSpc>
              <a:spcBef>
                <a:spcPts val="0"/>
              </a:spcBef>
              <a:spcAft>
                <a:spcPts val="1000"/>
              </a:spcAft>
              <a:buClr>
                <a:srgbClr val="F7A800"/>
              </a:buClr>
              <a:buFont typeface="Arial"/>
              <a:buNone/>
              <a:defRPr sz="1800" b="0" i="0" kern="1200" spc="0" baseline="0">
                <a:solidFill>
                  <a:srgbClr val="FFFFFF"/>
                </a:solidFill>
                <a:latin typeface="+mn-lt"/>
              </a:defRPr>
            </a:lvl1pPr>
            <a:lvl2pPr>
              <a:lnSpc>
                <a:spcPct val="100000"/>
              </a:lnSpc>
              <a:spcBef>
                <a:spcPts val="0"/>
              </a:spcBef>
              <a:spcAft>
                <a:spcPts val="1000"/>
              </a:spcAft>
              <a:buClr>
                <a:srgbClr val="F7A800"/>
              </a:buClr>
              <a:buFont typeface="Arial" pitchFamily="34" charset="0"/>
              <a:buChar char="•"/>
              <a:defRPr sz="1800" b="0" i="0" kern="1200" spc="0" baseline="0">
                <a:solidFill>
                  <a:srgbClr val="FFFFFF"/>
                </a:solidFill>
                <a:latin typeface="+mn-lt"/>
              </a:defRPr>
            </a:lvl2pPr>
            <a:lvl3pPr>
              <a:lnSpc>
                <a:spcPct val="100000"/>
              </a:lnSpc>
              <a:spcBef>
                <a:spcPts val="0"/>
              </a:spcBef>
              <a:spcAft>
                <a:spcPts val="1000"/>
              </a:spcAft>
              <a:buClr>
                <a:srgbClr val="F7A800"/>
              </a:buClr>
              <a:buFont typeface="Arial" pitchFamily="34" charset="0"/>
              <a:buChar char="•"/>
              <a:defRPr sz="1800" b="0" i="0" kern="1200" spc="0" baseline="0">
                <a:solidFill>
                  <a:srgbClr val="FFFFFF"/>
                </a:solidFill>
                <a:latin typeface="+mn-lt"/>
              </a:defRPr>
            </a:lvl3pPr>
            <a:lvl4pPr>
              <a:lnSpc>
                <a:spcPct val="100000"/>
              </a:lnSpc>
              <a:spcBef>
                <a:spcPts val="0"/>
              </a:spcBef>
              <a:spcAft>
                <a:spcPts val="1000"/>
              </a:spcAft>
              <a:buClr>
                <a:srgbClr val="F7A800"/>
              </a:buClr>
              <a:buFont typeface="Arial" pitchFamily="34" charset="0"/>
              <a:buChar char="•"/>
              <a:defRPr sz="1800" b="0" i="0" kern="1200" spc="0" baseline="0">
                <a:solidFill>
                  <a:srgbClr val="FFFFFF"/>
                </a:solidFill>
                <a:latin typeface="+mn-lt"/>
              </a:defRPr>
            </a:lvl4pPr>
            <a:lvl5pPr marL="1828800" indent="0">
              <a:buClr>
                <a:srgbClr val="F7A800"/>
              </a:buClr>
              <a:buFont typeface="Arial" pitchFamily="34" charset="0"/>
              <a:buNone/>
              <a:defRPr sz="1800" b="0" i="0" kern="1200" spc="100" baseline="0">
                <a:solidFill>
                  <a:schemeClr val="bg1"/>
                </a:solidFill>
                <a:latin typeface="+mn-lt"/>
              </a:defRPr>
            </a:lvl5pPr>
            <a:lvl6pPr>
              <a:defRPr sz="1800"/>
            </a:lvl6pPr>
            <a:lvl7pPr>
              <a:defRPr sz="1800"/>
            </a:lvl7pPr>
            <a:lvl8pPr>
              <a:defRPr sz="1800"/>
            </a:lvl8pPr>
            <a:lvl9pPr>
              <a:defRPr sz="1800"/>
            </a:lvl9pPr>
          </a:lstStyle>
          <a:p>
            <a:pPr lvl="0"/>
            <a:r>
              <a:rPr lang="en-US" dirty="0"/>
              <a:t>Paragraph goes here. </a:t>
            </a:r>
          </a:p>
          <a:p>
            <a:pPr lvl="0"/>
            <a:r>
              <a:rPr lang="en-US" dirty="0"/>
              <a:t>And here as well if there is a second paragraph.</a:t>
            </a:r>
          </a:p>
          <a:p>
            <a:pPr lvl="1"/>
            <a:r>
              <a:rPr lang="en-US" dirty="0"/>
              <a:t>Second level</a:t>
            </a:r>
          </a:p>
          <a:p>
            <a:pPr lvl="2"/>
            <a:r>
              <a:rPr lang="en-US" dirty="0"/>
              <a:t>Third level</a:t>
            </a:r>
          </a:p>
          <a:p>
            <a:pPr lvl="3"/>
            <a:r>
              <a:rPr lang="en-US" dirty="0"/>
              <a:t>Fourth level</a:t>
            </a:r>
          </a:p>
        </p:txBody>
      </p:sp>
      <p:sp>
        <p:nvSpPr>
          <p:cNvPr id="8" name="Subtitle 2"/>
          <p:cNvSpPr>
            <a:spLocks noGrp="1"/>
          </p:cNvSpPr>
          <p:nvPr>
            <p:ph type="subTitle" idx="10" hasCustomPrompt="1"/>
          </p:nvPr>
        </p:nvSpPr>
        <p:spPr>
          <a:xfrm>
            <a:off x="761232" y="1303780"/>
            <a:ext cx="8480869" cy="585216"/>
          </a:xfrm>
          <a:prstGeom prst="rect">
            <a:avLst/>
          </a:prstGeom>
        </p:spPr>
        <p:txBody>
          <a:bodyPr>
            <a:noAutofit/>
          </a:bodyPr>
          <a:lstStyle>
            <a:lvl1pPr marL="0" indent="0" algn="l">
              <a:buNone/>
              <a:defRPr sz="1800" b="1" kern="1200" cap="all" spc="100" baseline="0">
                <a:solidFill>
                  <a:srgbClr val="238DC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14"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rgbClr val="E89223"/>
                </a:solidFill>
                <a:latin typeface="+mj-lt"/>
              </a:defRPr>
            </a:lvl1pPr>
          </a:lstStyle>
          <a:p>
            <a:pPr lvl="0"/>
            <a:r>
              <a:rPr lang="en-US" dirty="0"/>
              <a:t>Subhead (One line or two)</a:t>
            </a:r>
          </a:p>
        </p:txBody>
      </p:sp>
    </p:spTree>
    <p:extLst>
      <p:ext uri="{BB962C8B-B14F-4D97-AF65-F5344CB8AC3E}">
        <p14:creationId xmlns:p14="http://schemas.microsoft.com/office/powerpoint/2010/main" val="2837035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s_2">
    <p:spTree>
      <p:nvGrpSpPr>
        <p:cNvPr id="1" name=""/>
        <p:cNvGrpSpPr/>
        <p:nvPr/>
      </p:nvGrpSpPr>
      <p:grpSpPr>
        <a:xfrm>
          <a:off x="0" y="0"/>
          <a:ext cx="0" cy="0"/>
          <a:chOff x="0" y="0"/>
          <a:chExt cx="0" cy="0"/>
        </a:xfrm>
      </p:grpSpPr>
      <p:pic>
        <p:nvPicPr>
          <p:cNvPr id="7" name="Picture 6"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10" name="Picture Placeholder 9"/>
          <p:cNvSpPr>
            <a:spLocks noGrp="1"/>
          </p:cNvSpPr>
          <p:nvPr>
            <p:ph type="pic" sz="quarter" idx="14" hasCustomPrompt="1"/>
          </p:nvPr>
        </p:nvSpPr>
        <p:spPr>
          <a:xfrm>
            <a:off x="1140276" y="1922960"/>
            <a:ext cx="3982179" cy="4070297"/>
          </a:xfrm>
          <a:solidFill>
            <a:schemeClr val="bg1"/>
          </a:solidFill>
          <a:ln w="19050">
            <a:solidFill>
              <a:schemeClr val="bg1"/>
            </a:solidFill>
          </a:ln>
        </p:spPr>
        <p:txBody>
          <a:bodyPr>
            <a:normAutofit/>
          </a:bodyPr>
          <a:lstStyle>
            <a:lvl1pPr marL="0" indent="0">
              <a:buFontTx/>
              <a:buNone/>
              <a:defRPr sz="1400" baseline="0">
                <a:solidFill>
                  <a:srgbClr val="909C9C"/>
                </a:solidFill>
              </a:defRPr>
            </a:lvl1pPr>
          </a:lstStyle>
          <a:p>
            <a:r>
              <a:rPr lang="en-US" dirty="0"/>
              <a:t>Drag photo here or click icon to insert photo in placeholder</a:t>
            </a:r>
          </a:p>
        </p:txBody>
      </p:sp>
      <p:sp>
        <p:nvSpPr>
          <p:cNvPr id="12" name="Picture Placeholder 9"/>
          <p:cNvSpPr>
            <a:spLocks noGrp="1"/>
          </p:cNvSpPr>
          <p:nvPr>
            <p:ph type="pic" sz="quarter" idx="15" hasCustomPrompt="1"/>
          </p:nvPr>
        </p:nvSpPr>
        <p:spPr>
          <a:xfrm>
            <a:off x="5689600" y="1922960"/>
            <a:ext cx="3982179" cy="4070297"/>
          </a:xfrm>
          <a:solidFill>
            <a:schemeClr val="bg1"/>
          </a:solidFill>
          <a:ln w="19050">
            <a:solidFill>
              <a:schemeClr val="bg1"/>
            </a:solidFill>
          </a:ln>
        </p:spPr>
        <p:txBody>
          <a:bodyPr>
            <a:normAutofit/>
          </a:bodyPr>
          <a:lstStyle>
            <a:lvl1pPr marL="0" indent="0">
              <a:buFontTx/>
              <a:buNone/>
              <a:defRPr sz="1400" baseline="0">
                <a:solidFill>
                  <a:srgbClr val="909C9C"/>
                </a:solidFill>
              </a:defRPr>
            </a:lvl1pPr>
          </a:lstStyle>
          <a:p>
            <a:r>
              <a:rPr lang="en-US" dirty="0"/>
              <a:t>Drag photo here or click icon to insert photo in placeholder</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15"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chemeClr val="bg1"/>
                </a:solidFill>
                <a:latin typeface="+mj-lt"/>
              </a:defRPr>
            </a:lvl1pPr>
          </a:lstStyle>
          <a:p>
            <a:pPr lvl="0"/>
            <a:r>
              <a:rPr lang="en-US" dirty="0"/>
              <a:t>Subhead (One line or two)</a:t>
            </a:r>
          </a:p>
        </p:txBody>
      </p:sp>
    </p:spTree>
    <p:extLst>
      <p:ext uri="{BB962C8B-B14F-4D97-AF65-F5344CB8AC3E}">
        <p14:creationId xmlns:p14="http://schemas.microsoft.com/office/powerpoint/2010/main" val="1754805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s-1">
    <p:spTree>
      <p:nvGrpSpPr>
        <p:cNvPr id="1" name=""/>
        <p:cNvGrpSpPr/>
        <p:nvPr/>
      </p:nvGrpSpPr>
      <p:grpSpPr>
        <a:xfrm>
          <a:off x="0" y="0"/>
          <a:ext cx="0" cy="0"/>
          <a:chOff x="0" y="0"/>
          <a:chExt cx="0" cy="0"/>
        </a:xfrm>
      </p:grpSpPr>
      <p:pic>
        <p:nvPicPr>
          <p:cNvPr id="8" name="Picture 7"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pic>
        <p:nvPicPr>
          <p:cNvPr id="7" name="Picture 6"/>
          <p:cNvPicPr>
            <a:picLocks noChangeAspect="1"/>
          </p:cNvPicPr>
          <p:nvPr/>
        </p:nvPicPr>
        <p:blipFill>
          <a:blip r:embed="rId3"/>
          <a:stretch>
            <a:fillRect/>
          </a:stretch>
        </p:blipFill>
        <p:spPr>
          <a:xfrm>
            <a:off x="10244675" y="5036259"/>
            <a:ext cx="1486976" cy="1093596"/>
          </a:xfrm>
          <a:prstGeom prst="rect">
            <a:avLst/>
          </a:prstGeom>
        </p:spPr>
      </p:pic>
      <p:sp>
        <p:nvSpPr>
          <p:cNvPr id="9" name="Picture Placeholder 9"/>
          <p:cNvSpPr>
            <a:spLocks noGrp="1"/>
          </p:cNvSpPr>
          <p:nvPr>
            <p:ph type="pic" sz="quarter" idx="14" hasCustomPrompt="1"/>
          </p:nvPr>
        </p:nvSpPr>
        <p:spPr>
          <a:xfrm>
            <a:off x="1140275" y="1922960"/>
            <a:ext cx="8531504" cy="4070297"/>
          </a:xfrm>
          <a:solidFill>
            <a:schemeClr val="bg1"/>
          </a:solidFill>
          <a:ln w="19050">
            <a:solidFill>
              <a:schemeClr val="bg1"/>
            </a:solidFill>
          </a:ln>
        </p:spPr>
        <p:txBody>
          <a:bodyPr>
            <a:normAutofit/>
          </a:bodyPr>
          <a:lstStyle>
            <a:lvl1pPr marL="0" indent="0">
              <a:buFontTx/>
              <a:buNone/>
              <a:defRPr sz="1400" baseline="0">
                <a:solidFill>
                  <a:srgbClr val="909C9C"/>
                </a:solidFill>
              </a:defRPr>
            </a:lvl1pPr>
          </a:lstStyle>
          <a:p>
            <a:r>
              <a:rPr lang="en-US" dirty="0"/>
              <a:t>Drag photo here or click icon to insert photo in placeholder</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sp>
        <p:nvSpPr>
          <p:cNvPr id="13"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chemeClr val="bg1"/>
                </a:solidFill>
                <a:latin typeface="+mj-lt"/>
              </a:defRPr>
            </a:lvl1pPr>
          </a:lstStyle>
          <a:p>
            <a:pPr lvl="0"/>
            <a:r>
              <a:rPr lang="en-US" dirty="0"/>
              <a:t>Subhead (One line or two)</a:t>
            </a:r>
          </a:p>
        </p:txBody>
      </p:sp>
    </p:spTree>
    <p:extLst>
      <p:ext uri="{BB962C8B-B14F-4D97-AF65-F5344CB8AC3E}">
        <p14:creationId xmlns:p14="http://schemas.microsoft.com/office/powerpoint/2010/main" val="1657911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loser Page">
    <p:spTree>
      <p:nvGrpSpPr>
        <p:cNvPr id="1" name=""/>
        <p:cNvGrpSpPr/>
        <p:nvPr/>
      </p:nvGrpSpPr>
      <p:grpSpPr>
        <a:xfrm>
          <a:off x="0" y="0"/>
          <a:ext cx="0" cy="0"/>
          <a:chOff x="0" y="0"/>
          <a:chExt cx="0" cy="0"/>
        </a:xfrm>
      </p:grpSpPr>
      <p:pic>
        <p:nvPicPr>
          <p:cNvPr id="2" name="Picture 1"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pic>
        <p:nvPicPr>
          <p:cNvPr id="8" name="Picture 7"/>
          <p:cNvPicPr>
            <a:picLocks noChangeAspect="1"/>
          </p:cNvPicPr>
          <p:nvPr/>
        </p:nvPicPr>
        <p:blipFill>
          <a:blip r:embed="rId3"/>
          <a:stretch>
            <a:fillRect/>
          </a:stretch>
        </p:blipFill>
        <p:spPr>
          <a:xfrm>
            <a:off x="4347232" y="2137831"/>
            <a:ext cx="3516973" cy="2586555"/>
          </a:xfrm>
          <a:prstGeom prst="rect">
            <a:avLst/>
          </a:prstGeom>
        </p:spPr>
      </p:pic>
    </p:spTree>
    <p:extLst>
      <p:ext uri="{BB962C8B-B14F-4D97-AF65-F5344CB8AC3E}">
        <p14:creationId xmlns:p14="http://schemas.microsoft.com/office/powerpoint/2010/main" val="2734497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685800"/>
            <a:ext cx="10363200" cy="553998"/>
          </a:xfrm>
        </p:spPr>
        <p:txBody>
          <a:bodyPr lIns="0" tIns="0" rIns="0" bIns="0" anchor="t" anchorCtr="0">
            <a:spAutoFit/>
          </a:bodyPr>
          <a:lstStyle>
            <a:lvl1pPr>
              <a:defRPr sz="3600" b="1" i="0" baseline="0">
                <a:solidFill>
                  <a:srgbClr val="0033CC"/>
                </a:solidFill>
              </a:defRPr>
            </a:lvl1pPr>
          </a:lstStyle>
          <a:p>
            <a:r>
              <a:rPr lang="en-US" dirty="0"/>
              <a:t>Chapter number</a:t>
            </a:r>
          </a:p>
        </p:txBody>
      </p:sp>
      <p:sp>
        <p:nvSpPr>
          <p:cNvPr id="3" name="Date Placeholder 2"/>
          <p:cNvSpPr>
            <a:spLocks noGrp="1"/>
          </p:cNvSpPr>
          <p:nvPr>
            <p:ph type="dt" sz="half" idx="10"/>
          </p:nvPr>
        </p:nvSpPr>
        <p:spPr/>
        <p:txBody>
          <a:bodyPr/>
          <a:lstStyle/>
          <a:p>
            <a:pPr>
              <a:defRPr/>
            </a:pPr>
            <a:r>
              <a:rPr lang="en-US"/>
              <a:t>Murach's JavaScript (2nd Ed.), C16</a:t>
            </a:r>
          </a:p>
        </p:txBody>
      </p:sp>
      <p:sp>
        <p:nvSpPr>
          <p:cNvPr id="4" name="Footer Placeholder 3"/>
          <p:cNvSpPr>
            <a:spLocks noGrp="1"/>
          </p:cNvSpPr>
          <p:nvPr>
            <p:ph type="ftr" sz="quarter" idx="11"/>
          </p:nvPr>
        </p:nvSpPr>
        <p:spPr/>
        <p:txBody>
          <a:bodyPr/>
          <a:lstStyle/>
          <a:p>
            <a:pPr>
              <a:defRPr/>
            </a:pPr>
            <a:r>
              <a:rPr lang="en-US"/>
              <a:t>© 2015,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a:latin typeface="Times New Roman"/>
            </a:endParaRPr>
          </a:p>
          <a:p>
            <a:pPr>
              <a:defRPr/>
            </a:pPr>
            <a:r>
              <a:rPr lang="en-US"/>
              <a:t>Slide </a:t>
            </a:r>
            <a:fld id="{BF5C1183-B085-4070-A402-C03A3F977D3D}" type="slidenum">
              <a:rPr lang="en-US" smtClean="0"/>
              <a:pPr>
                <a:defRPr/>
              </a:pPr>
              <a:t>‹#›</a:t>
            </a:fld>
            <a:endParaRPr lang="en-US"/>
          </a:p>
        </p:txBody>
      </p:sp>
    </p:spTree>
    <p:extLst>
      <p:ext uri="{BB962C8B-B14F-4D97-AF65-F5344CB8AC3E}">
        <p14:creationId xmlns:p14="http://schemas.microsoft.com/office/powerpoint/2010/main" val="89459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219200" y="685800"/>
            <a:ext cx="9753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600" b="1" i="0" baseline="0">
                <a:solidFill>
                  <a:srgbClr val="0033CC"/>
                </a:solidFill>
              </a:defRPr>
            </a:lvl1pPr>
          </a:lstStyle>
          <a:p>
            <a:pPr lvl="0"/>
            <a:r>
              <a:rPr lang="en-US" dirty="0"/>
              <a:t>Click to edit Master title style</a:t>
            </a:r>
          </a:p>
        </p:txBody>
      </p:sp>
      <p:sp>
        <p:nvSpPr>
          <p:cNvPr id="3" name="Date Placeholder 1"/>
          <p:cNvSpPr>
            <a:spLocks noGrp="1"/>
          </p:cNvSpPr>
          <p:nvPr>
            <p:ph type="dt" sz="half" idx="10"/>
          </p:nvPr>
        </p:nvSpPr>
        <p:spPr>
          <a:ln/>
        </p:spPr>
        <p:txBody>
          <a:bodyPr/>
          <a:lstStyle>
            <a:lvl1pPr>
              <a:defRPr/>
            </a:lvl1pPr>
          </a:lstStyle>
          <a:p>
            <a:pPr>
              <a:defRPr/>
            </a:pPr>
            <a:r>
              <a:rPr lang="en-US"/>
              <a:t>Murach's JavaScript (2nd Ed.), C16</a:t>
            </a:r>
          </a:p>
        </p:txBody>
      </p:sp>
      <p:sp>
        <p:nvSpPr>
          <p:cNvPr id="4" name="Footer Placeholder 2"/>
          <p:cNvSpPr>
            <a:spLocks noGrp="1"/>
          </p:cNvSpPr>
          <p:nvPr>
            <p:ph type="ftr" sz="quarter" idx="11"/>
          </p:nvPr>
        </p:nvSpPr>
        <p:spPr>
          <a:ln/>
        </p:spPr>
        <p:txBody>
          <a:bodyPr/>
          <a:lstStyle>
            <a:lvl1pPr>
              <a:defRPr/>
            </a:lvl1pPr>
          </a:lstStyle>
          <a:p>
            <a:pPr>
              <a:defRPr/>
            </a:pPr>
            <a:r>
              <a:rPr lang="en-US"/>
              <a:t>© 2015,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a:p>
          <a:p>
            <a:pPr algn="r">
              <a:defRPr/>
            </a:pPr>
            <a:r>
              <a:rPr lang="en-US" sz="900">
                <a:latin typeface="Arial Narrow" pitchFamily="34" charset="0"/>
              </a:rPr>
              <a:t>Slide </a:t>
            </a:r>
            <a:fld id="{5ECE9829-65B2-40C6-AEFF-7C648FF56A9C}" type="slidenum">
              <a:rPr lang="en-US" sz="900">
                <a:latin typeface="Arial Narrow" pitchFamily="34" charset="0"/>
              </a:rPr>
              <a:pPr algn="r">
                <a:defRPr/>
              </a:pPr>
              <a:t>‹#›</a:t>
            </a:fld>
            <a:endParaRPr lang="en-US" sz="900">
              <a:latin typeface="Arial Narrow" pitchFamily="34" charset="0"/>
            </a:endParaRPr>
          </a:p>
        </p:txBody>
      </p:sp>
    </p:spTree>
    <p:extLst>
      <p:ext uri="{BB962C8B-B14F-4D97-AF65-F5344CB8AC3E}">
        <p14:creationId xmlns:p14="http://schemas.microsoft.com/office/powerpoint/2010/main" val="369843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p:cNvSpPr>
            <a:spLocks noGrp="1"/>
          </p:cNvSpPr>
          <p:nvPr>
            <p:ph type="body" idx="1"/>
          </p:nvPr>
        </p:nvSpPr>
        <p:spPr>
          <a:xfrm>
            <a:off x="609600" y="1600202"/>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en-US"/>
              <a:t>Murach's JavaScript (2nd Ed.), C16</a:t>
            </a:r>
          </a:p>
        </p:txBody>
      </p:sp>
      <p:sp>
        <p:nvSpPr>
          <p:cNvPr id="14"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 2015, Mike Murach &amp; Associates, Inc.</a:t>
            </a:r>
          </a:p>
        </p:txBody>
      </p:sp>
      <p:sp>
        <p:nvSpPr>
          <p:cNvPr id="15"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l">
              <a:defRPr/>
            </a:pPr>
            <a:endParaRPr lang="en-US" sz="1400">
              <a:latin typeface="Times New Roman"/>
            </a:endParaRPr>
          </a:p>
          <a:p>
            <a:pPr>
              <a:defRPr/>
            </a:pPr>
            <a:r>
              <a:rPr lang="en-US"/>
              <a:t>Slide </a:t>
            </a:r>
            <a:fld id="{BF5C1183-B085-4070-A402-C03A3F977D3D}" type="slidenum">
              <a:rPr lang="en-US" smtClean="0"/>
              <a:pPr>
                <a:defRPr/>
              </a:pPr>
              <a:t>‹#›</a:t>
            </a:fld>
            <a:endParaRPr lang="en-US"/>
          </a:p>
        </p:txBody>
      </p:sp>
      <p:pic>
        <p:nvPicPr>
          <p:cNvPr id="2" name="Picture 1">
            <a:extLst>
              <a:ext uri="{FF2B5EF4-FFF2-40B4-BE49-F238E27FC236}">
                <a16:creationId xmlns:a16="http://schemas.microsoft.com/office/drawing/2014/main" id="{AA39B886-8CF6-E85C-9CCB-607DCDD0D5D2}"/>
              </a:ext>
            </a:extLst>
          </p:cNvPr>
          <p:cNvPicPr>
            <a:picLocks noChangeAspect="1"/>
          </p:cNvPicPr>
          <p:nvPr userDrawn="1"/>
        </p:nvPicPr>
        <p:blipFill>
          <a:blip r:embed="rId12"/>
          <a:stretch>
            <a:fillRect/>
          </a:stretch>
        </p:blipFill>
        <p:spPr>
          <a:xfrm>
            <a:off x="10462304" y="5529669"/>
            <a:ext cx="1115232" cy="820197"/>
          </a:xfrm>
          <a:prstGeom prst="rect">
            <a:avLst/>
          </a:prstGeom>
        </p:spPr>
      </p:pic>
    </p:spTree>
    <p:extLst>
      <p:ext uri="{BB962C8B-B14F-4D97-AF65-F5344CB8AC3E}">
        <p14:creationId xmlns:p14="http://schemas.microsoft.com/office/powerpoint/2010/main" val="3926521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hf sldNum="0" hdr="0" ftr="0" dt="0"/>
  <p:txStyles>
    <p:titleStyle>
      <a:lvl1pPr algn="ctr" defTabSz="457200" rtl="0" eaLnBrk="1" latinLnBrk="0" hangingPunct="1">
        <a:spcBef>
          <a:spcPct val="0"/>
        </a:spcBef>
        <a:buNone/>
        <a:defRPr sz="3600" b="0" i="0" kern="1200" cap="all" spc="100">
          <a:solidFill>
            <a:srgbClr val="0C436A"/>
          </a:solidFill>
          <a:latin typeface="+mj-lt"/>
          <a:ea typeface="+mj-ea"/>
          <a:cs typeface="+mj-cs"/>
        </a:defRPr>
      </a:lvl1pPr>
    </p:titleStyle>
    <p:bodyStyle>
      <a:lvl1pPr marL="342900" indent="-342900" algn="l" defTabSz="457200" rtl="0" eaLnBrk="1" latinLnBrk="0" hangingPunct="1">
        <a:spcBef>
          <a:spcPct val="20000"/>
        </a:spcBef>
        <a:buClr>
          <a:srgbClr val="F7A800"/>
        </a:buClr>
        <a:buFont typeface="Arial"/>
        <a:buChar char="•"/>
        <a:defRPr sz="3000" kern="1200" spc="100">
          <a:solidFill>
            <a:srgbClr val="238DC1"/>
          </a:solidFill>
          <a:latin typeface="+mn-lt"/>
          <a:ea typeface="+mn-ea"/>
          <a:cs typeface="+mn-cs"/>
        </a:defRPr>
      </a:lvl1pPr>
      <a:lvl2pPr marL="742950" indent="-285750" algn="l" defTabSz="457200" rtl="0" eaLnBrk="1" latinLnBrk="0" hangingPunct="1">
        <a:spcBef>
          <a:spcPct val="20000"/>
        </a:spcBef>
        <a:buClr>
          <a:srgbClr val="F7A800"/>
        </a:buClr>
        <a:buFont typeface="Arial"/>
        <a:buChar char="–"/>
        <a:defRPr sz="2800" kern="1200" spc="100">
          <a:solidFill>
            <a:srgbClr val="238DC1"/>
          </a:solidFill>
          <a:latin typeface="+mn-lt"/>
          <a:ea typeface="+mn-ea"/>
          <a:cs typeface="+mn-cs"/>
        </a:defRPr>
      </a:lvl2pPr>
      <a:lvl3pPr marL="1143000" indent="-228600" algn="l" defTabSz="457200" rtl="0" eaLnBrk="1" latinLnBrk="0" hangingPunct="1">
        <a:spcBef>
          <a:spcPct val="20000"/>
        </a:spcBef>
        <a:buClr>
          <a:srgbClr val="F7A800"/>
        </a:buClr>
        <a:buFont typeface="Arial"/>
        <a:buChar char="•"/>
        <a:defRPr sz="2400" kern="1200" spc="100">
          <a:solidFill>
            <a:srgbClr val="238DC1"/>
          </a:solidFill>
          <a:latin typeface="+mn-lt"/>
          <a:ea typeface="+mn-ea"/>
          <a:cs typeface="+mn-cs"/>
        </a:defRPr>
      </a:lvl3pPr>
      <a:lvl4pPr marL="1600200" indent="-228600" algn="l" defTabSz="457200" rtl="0" eaLnBrk="1" latinLnBrk="0" hangingPunct="1">
        <a:spcBef>
          <a:spcPct val="20000"/>
        </a:spcBef>
        <a:buClr>
          <a:srgbClr val="F7A800"/>
        </a:buClr>
        <a:buFont typeface="Arial"/>
        <a:buChar char="–"/>
        <a:defRPr sz="2000" kern="1200" spc="100">
          <a:solidFill>
            <a:srgbClr val="238DC1"/>
          </a:solidFill>
          <a:latin typeface="+mn-lt"/>
          <a:ea typeface="+mn-ea"/>
          <a:cs typeface="+mn-cs"/>
        </a:defRPr>
      </a:lvl4pPr>
      <a:lvl5pPr marL="2057400" indent="-228600" algn="l" defTabSz="457200" rtl="0" eaLnBrk="1" latinLnBrk="0" hangingPunct="1">
        <a:spcBef>
          <a:spcPct val="20000"/>
        </a:spcBef>
        <a:buClr>
          <a:srgbClr val="F7A800"/>
        </a:buClr>
        <a:buFont typeface="Arial"/>
        <a:buChar char="»"/>
        <a:defRPr sz="2000" kern="1200" spc="100">
          <a:solidFill>
            <a:srgbClr val="238DC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8.emf"/></Relationships>
</file>

<file path=ppt/slides/_rels/slide2.xml.rels><?xml version="1.0" encoding="UTF-8" standalone="yes"?>
<Relationships xmlns="http://schemas.openxmlformats.org/package/2006/relationships"><Relationship Id="rId3" Type="http://schemas.openxmlformats.org/officeDocument/2006/relationships/hyperlink" Target="https://slideplayer.com/slide/12988549/" TargetMode="External"/><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customXml" Target="../ink/ink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package" Target="../embeddings/Microsoft_Word_Document1.docx"/><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09800" y="1143000"/>
            <a:ext cx="7772400" cy="677108"/>
          </a:xfrm>
        </p:spPr>
        <p:txBody>
          <a:bodyPr/>
          <a:lstStyle/>
          <a:p>
            <a:r>
              <a:rPr lang="en-US" sz="4400" dirty="0">
                <a:solidFill>
                  <a:schemeClr val="bg1"/>
                </a:solidFill>
              </a:rPr>
              <a:t>Chapter 16 – extra</a:t>
            </a:r>
          </a:p>
        </p:txBody>
      </p:sp>
      <p:graphicFrame>
        <p:nvGraphicFramePr>
          <p:cNvPr id="6" name="Object 5"/>
          <p:cNvGraphicFramePr>
            <a:graphicFrameLocks noChangeAspect="1"/>
          </p:cNvGraphicFramePr>
          <p:nvPr>
            <p:extLst>
              <p:ext uri="{D42A27DB-BD31-4B8C-83A1-F6EECF244321}">
                <p14:modId xmlns:p14="http://schemas.microsoft.com/office/powerpoint/2010/main" val="2689386353"/>
              </p:ext>
            </p:extLst>
          </p:nvPr>
        </p:nvGraphicFramePr>
        <p:xfrm>
          <a:off x="2438400" y="1604963"/>
          <a:ext cx="7234238" cy="2454275"/>
        </p:xfrm>
        <a:graphic>
          <a:graphicData uri="http://schemas.openxmlformats.org/presentationml/2006/ole">
            <mc:AlternateContent xmlns:mc="http://schemas.openxmlformats.org/markup-compatibility/2006">
              <mc:Choice xmlns:v="urn:schemas-microsoft-com:vml" Requires="v">
                <p:oleObj name="Document" r:id="rId3" imgW="7322542" imgH="2487055" progId="Word.Document.12">
                  <p:embed/>
                </p:oleObj>
              </mc:Choice>
              <mc:Fallback>
                <p:oleObj name="Document" r:id="rId3" imgW="7322542" imgH="2487055" progId="Word.Document.12">
                  <p:embed/>
                  <p:pic>
                    <p:nvPicPr>
                      <p:cNvPr id="6" name="Object 5"/>
                      <p:cNvPicPr/>
                      <p:nvPr/>
                    </p:nvPicPr>
                    <p:blipFill>
                      <a:blip r:embed="rId4"/>
                      <a:stretch>
                        <a:fillRect/>
                      </a:stretch>
                    </p:blipFill>
                    <p:spPr>
                      <a:xfrm>
                        <a:off x="2438400" y="1604963"/>
                        <a:ext cx="7234238" cy="2454275"/>
                      </a:xfrm>
                      <a:prstGeom prst="rect">
                        <a:avLst/>
                      </a:prstGeom>
                    </p:spPr>
                  </p:pic>
                </p:oleObj>
              </mc:Fallback>
            </mc:AlternateContent>
          </a:graphicData>
        </a:graphic>
      </p:graphicFrame>
    </p:spTree>
    <p:extLst>
      <p:ext uri="{BB962C8B-B14F-4D97-AF65-F5344CB8AC3E}">
        <p14:creationId xmlns:p14="http://schemas.microsoft.com/office/powerpoint/2010/main" val="1654958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CD6EBA-012A-14AA-AB52-5B72883A94EB}"/>
              </a:ext>
            </a:extLst>
          </p:cNvPr>
          <p:cNvPicPr>
            <a:picLocks noChangeAspect="1"/>
          </p:cNvPicPr>
          <p:nvPr/>
        </p:nvPicPr>
        <p:blipFill>
          <a:blip r:embed="rId2"/>
          <a:stretch>
            <a:fillRect/>
          </a:stretch>
        </p:blipFill>
        <p:spPr>
          <a:xfrm>
            <a:off x="762000" y="228600"/>
            <a:ext cx="8323944" cy="5815013"/>
          </a:xfrm>
          <a:prstGeom prst="rect">
            <a:avLst/>
          </a:prstGeom>
        </p:spPr>
      </p:pic>
      <p:sp>
        <p:nvSpPr>
          <p:cNvPr id="5" name="TextBox 4">
            <a:extLst>
              <a:ext uri="{FF2B5EF4-FFF2-40B4-BE49-F238E27FC236}">
                <a16:creationId xmlns:a16="http://schemas.microsoft.com/office/drawing/2014/main" id="{45F6540D-A58E-C9CE-79C7-358E3571A604}"/>
              </a:ext>
            </a:extLst>
          </p:cNvPr>
          <p:cNvSpPr txBox="1"/>
          <p:nvPr/>
        </p:nvSpPr>
        <p:spPr>
          <a:xfrm>
            <a:off x="1066800" y="5486400"/>
            <a:ext cx="8534400" cy="369332"/>
          </a:xfrm>
          <a:prstGeom prst="rect">
            <a:avLst/>
          </a:prstGeom>
          <a:noFill/>
        </p:spPr>
        <p:txBody>
          <a:bodyPr wrap="square" rtlCol="0">
            <a:spAutoFit/>
          </a:bodyPr>
          <a:lstStyle/>
          <a:p>
            <a:r>
              <a:rPr lang="en-US" dirty="0"/>
              <a:t>Source: </a:t>
            </a:r>
            <a:r>
              <a:rPr lang="en-US" dirty="0">
                <a:hlinkClick r:id="rId3"/>
              </a:rPr>
              <a:t>https://slideplayer.com/slide/12988549/</a:t>
            </a:r>
            <a:r>
              <a:rPr lang="en-US" dirty="0"/>
              <a:t> </a:t>
            </a:r>
          </a:p>
        </p:txBody>
      </p:sp>
    </p:spTree>
    <p:extLst>
      <p:ext uri="{BB962C8B-B14F-4D97-AF65-F5344CB8AC3E}">
        <p14:creationId xmlns:p14="http://schemas.microsoft.com/office/powerpoint/2010/main" val="184592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5F8228-F2CF-69F9-17B8-083A0766904E}"/>
              </a:ext>
            </a:extLst>
          </p:cNvPr>
          <p:cNvPicPr>
            <a:picLocks noChangeAspect="1"/>
          </p:cNvPicPr>
          <p:nvPr/>
        </p:nvPicPr>
        <p:blipFill>
          <a:blip r:embed="rId2"/>
          <a:stretch>
            <a:fillRect/>
          </a:stretch>
        </p:blipFill>
        <p:spPr>
          <a:xfrm>
            <a:off x="533400" y="152400"/>
            <a:ext cx="8405949" cy="6172200"/>
          </a:xfrm>
          <a:prstGeom prst="rect">
            <a:avLst/>
          </a:prstGeom>
        </p:spPr>
      </p:pic>
    </p:spTree>
    <p:extLst>
      <p:ext uri="{BB962C8B-B14F-4D97-AF65-F5344CB8AC3E}">
        <p14:creationId xmlns:p14="http://schemas.microsoft.com/office/powerpoint/2010/main" val="656671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30E499-DEE1-2098-5A1B-DE919768287D}"/>
              </a:ext>
            </a:extLst>
          </p:cNvPr>
          <p:cNvPicPr>
            <a:picLocks noChangeAspect="1"/>
          </p:cNvPicPr>
          <p:nvPr/>
        </p:nvPicPr>
        <p:blipFill>
          <a:blip r:embed="rId2"/>
          <a:stretch>
            <a:fillRect/>
          </a:stretch>
        </p:blipFill>
        <p:spPr>
          <a:xfrm>
            <a:off x="685800" y="152400"/>
            <a:ext cx="8401050" cy="6135207"/>
          </a:xfrm>
          <a:prstGeom prst="rect">
            <a:avLst/>
          </a:prstGeom>
        </p:spPr>
      </p:pic>
    </p:spTree>
    <p:extLst>
      <p:ext uri="{BB962C8B-B14F-4D97-AF65-F5344CB8AC3E}">
        <p14:creationId xmlns:p14="http://schemas.microsoft.com/office/powerpoint/2010/main" val="314317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6FACC3-B25F-F03E-CC37-3A999FA333CC}"/>
              </a:ext>
            </a:extLst>
          </p:cNvPr>
          <p:cNvPicPr>
            <a:picLocks noChangeAspect="1"/>
          </p:cNvPicPr>
          <p:nvPr/>
        </p:nvPicPr>
        <p:blipFill>
          <a:blip r:embed="rId2"/>
          <a:stretch>
            <a:fillRect/>
          </a:stretch>
        </p:blipFill>
        <p:spPr>
          <a:xfrm>
            <a:off x="609600" y="152400"/>
            <a:ext cx="8392089" cy="6324600"/>
          </a:xfrm>
          <a:prstGeom prst="rect">
            <a:avLst/>
          </a:prstGeom>
        </p:spPr>
      </p:pic>
    </p:spTree>
    <p:extLst>
      <p:ext uri="{BB962C8B-B14F-4D97-AF65-F5344CB8AC3E}">
        <p14:creationId xmlns:p14="http://schemas.microsoft.com/office/powerpoint/2010/main" val="516778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186C6B-0BEF-78C6-255E-87338B917459}"/>
              </a:ext>
            </a:extLst>
          </p:cNvPr>
          <p:cNvPicPr>
            <a:picLocks noChangeAspect="1"/>
          </p:cNvPicPr>
          <p:nvPr/>
        </p:nvPicPr>
        <p:blipFill>
          <a:blip r:embed="rId3"/>
          <a:stretch>
            <a:fillRect/>
          </a:stretch>
        </p:blipFill>
        <p:spPr>
          <a:xfrm>
            <a:off x="685800" y="228600"/>
            <a:ext cx="8228444" cy="6019800"/>
          </a:xfrm>
          <a:prstGeom prst="rect">
            <a:avLst/>
          </a:prstGeom>
        </p:spPr>
      </p:pic>
    </p:spTree>
    <p:extLst>
      <p:ext uri="{BB962C8B-B14F-4D97-AF65-F5344CB8AC3E}">
        <p14:creationId xmlns:p14="http://schemas.microsoft.com/office/powerpoint/2010/main" val="2144616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9BE5DF-A284-3230-CCD8-EAFE2BCBD871}"/>
              </a:ext>
            </a:extLst>
          </p:cNvPr>
          <p:cNvPicPr>
            <a:picLocks noChangeAspect="1"/>
          </p:cNvPicPr>
          <p:nvPr/>
        </p:nvPicPr>
        <p:blipFill>
          <a:blip r:embed="rId2"/>
          <a:stretch>
            <a:fillRect/>
          </a:stretch>
        </p:blipFill>
        <p:spPr>
          <a:xfrm>
            <a:off x="914400" y="291548"/>
            <a:ext cx="8382000" cy="5786438"/>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73F960E7-CBB0-C207-0119-F8BD1E6DFD6A}"/>
                  </a:ext>
                </a:extLst>
              </p14:cNvPr>
              <p14:cNvContentPartPr/>
              <p14:nvPr/>
            </p14:nvContentPartPr>
            <p14:xfrm>
              <a:off x="6686797" y="3567475"/>
              <a:ext cx="1842480" cy="73080"/>
            </p14:xfrm>
          </p:contentPart>
        </mc:Choice>
        <mc:Fallback>
          <p:pic>
            <p:nvPicPr>
              <p:cNvPr id="2" name="Ink 1">
                <a:extLst>
                  <a:ext uri="{FF2B5EF4-FFF2-40B4-BE49-F238E27FC236}">
                    <a16:creationId xmlns:a16="http://schemas.microsoft.com/office/drawing/2014/main" id="{73F960E7-CBB0-C207-0119-F8BD1E6DFD6A}"/>
                  </a:ext>
                </a:extLst>
              </p:cNvPr>
              <p:cNvPicPr/>
              <p:nvPr/>
            </p:nvPicPr>
            <p:blipFill>
              <a:blip r:embed="rId4"/>
              <a:stretch>
                <a:fillRect/>
              </a:stretch>
            </p:blipFill>
            <p:spPr>
              <a:xfrm>
                <a:off x="6632797" y="3459475"/>
                <a:ext cx="1950120" cy="2887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4804BAD0-B866-93ED-227A-30E90B77539E}"/>
                  </a:ext>
                </a:extLst>
              </p14:cNvPr>
              <p14:cNvContentPartPr/>
              <p14:nvPr/>
            </p14:nvContentPartPr>
            <p14:xfrm>
              <a:off x="2106877" y="2424475"/>
              <a:ext cx="1006560" cy="33480"/>
            </p14:xfrm>
          </p:contentPart>
        </mc:Choice>
        <mc:Fallback>
          <p:pic>
            <p:nvPicPr>
              <p:cNvPr id="3" name="Ink 2">
                <a:extLst>
                  <a:ext uri="{FF2B5EF4-FFF2-40B4-BE49-F238E27FC236}">
                    <a16:creationId xmlns:a16="http://schemas.microsoft.com/office/drawing/2014/main" id="{4804BAD0-B866-93ED-227A-30E90B77539E}"/>
                  </a:ext>
                </a:extLst>
              </p:cNvPr>
              <p:cNvPicPr/>
              <p:nvPr/>
            </p:nvPicPr>
            <p:blipFill>
              <a:blip r:embed="rId6"/>
              <a:stretch>
                <a:fillRect/>
              </a:stretch>
            </p:blipFill>
            <p:spPr>
              <a:xfrm>
                <a:off x="2052877" y="2316835"/>
                <a:ext cx="1114200" cy="249120"/>
              </a:xfrm>
              <a:prstGeom prst="rect">
                <a:avLst/>
              </a:prstGeom>
            </p:spPr>
          </p:pic>
        </mc:Fallback>
      </mc:AlternateContent>
      <p:sp>
        <p:nvSpPr>
          <p:cNvPr id="4" name="TextBox 3">
            <a:extLst>
              <a:ext uri="{FF2B5EF4-FFF2-40B4-BE49-F238E27FC236}">
                <a16:creationId xmlns:a16="http://schemas.microsoft.com/office/drawing/2014/main" id="{827DAD0B-05D3-4F01-3B8A-403C189331C9}"/>
              </a:ext>
            </a:extLst>
          </p:cNvPr>
          <p:cNvSpPr txBox="1"/>
          <p:nvPr/>
        </p:nvSpPr>
        <p:spPr>
          <a:xfrm>
            <a:off x="4419600" y="2273289"/>
            <a:ext cx="2590800" cy="369332"/>
          </a:xfrm>
          <a:prstGeom prst="rect">
            <a:avLst/>
          </a:prstGeom>
          <a:noFill/>
        </p:spPr>
        <p:txBody>
          <a:bodyPr wrap="square" rtlCol="0">
            <a:spAutoFit/>
          </a:bodyPr>
          <a:lstStyle/>
          <a:p>
            <a:r>
              <a:rPr lang="en-US" dirty="0">
                <a:solidFill>
                  <a:srgbClr val="FF0000"/>
                </a:solidFill>
              </a:rPr>
              <a:t>Create a function</a:t>
            </a:r>
          </a:p>
        </p:txBody>
      </p:sp>
      <p:sp>
        <p:nvSpPr>
          <p:cNvPr id="6" name="TextBox 5">
            <a:extLst>
              <a:ext uri="{FF2B5EF4-FFF2-40B4-BE49-F238E27FC236}">
                <a16:creationId xmlns:a16="http://schemas.microsoft.com/office/drawing/2014/main" id="{A7CD6B4A-7792-5A03-4749-D2B151554B1D}"/>
              </a:ext>
            </a:extLst>
          </p:cNvPr>
          <p:cNvSpPr txBox="1"/>
          <p:nvPr/>
        </p:nvSpPr>
        <p:spPr>
          <a:xfrm>
            <a:off x="5638800" y="2551050"/>
            <a:ext cx="2204677" cy="369332"/>
          </a:xfrm>
          <a:prstGeom prst="rect">
            <a:avLst/>
          </a:prstGeom>
          <a:noFill/>
        </p:spPr>
        <p:txBody>
          <a:bodyPr wrap="square" rtlCol="0">
            <a:spAutoFit/>
          </a:bodyPr>
          <a:lstStyle/>
          <a:p>
            <a:r>
              <a:rPr lang="en-US" dirty="0">
                <a:solidFill>
                  <a:schemeClr val="accent4">
                    <a:lumMod val="75000"/>
                  </a:schemeClr>
                </a:solidFill>
              </a:rPr>
              <a:t>Open the request</a:t>
            </a:r>
          </a:p>
        </p:txBody>
      </p:sp>
      <p:sp>
        <p:nvSpPr>
          <p:cNvPr id="7" name="TextBox 6">
            <a:extLst>
              <a:ext uri="{FF2B5EF4-FFF2-40B4-BE49-F238E27FC236}">
                <a16:creationId xmlns:a16="http://schemas.microsoft.com/office/drawing/2014/main" id="{46C75530-7796-D623-DC75-CB58B12FAC26}"/>
              </a:ext>
            </a:extLst>
          </p:cNvPr>
          <p:cNvSpPr txBox="1"/>
          <p:nvPr/>
        </p:nvSpPr>
        <p:spPr>
          <a:xfrm>
            <a:off x="6096000" y="2815435"/>
            <a:ext cx="3752603" cy="369332"/>
          </a:xfrm>
          <a:prstGeom prst="rect">
            <a:avLst/>
          </a:prstGeom>
          <a:noFill/>
        </p:spPr>
        <p:txBody>
          <a:bodyPr wrap="square" rtlCol="0">
            <a:spAutoFit/>
          </a:bodyPr>
          <a:lstStyle/>
          <a:p>
            <a:r>
              <a:rPr lang="en-US" dirty="0">
                <a:solidFill>
                  <a:srgbClr val="E13BB2"/>
                </a:solidFill>
              </a:rPr>
              <a:t>Check the property for </a:t>
            </a:r>
            <a:r>
              <a:rPr lang="en-US" dirty="0" err="1">
                <a:solidFill>
                  <a:srgbClr val="E13BB2"/>
                </a:solidFill>
              </a:rPr>
              <a:t>statechange</a:t>
            </a:r>
            <a:endParaRPr lang="en-US" dirty="0">
              <a:solidFill>
                <a:srgbClr val="E13BB2"/>
              </a:solidFill>
            </a:endParaRPr>
          </a:p>
        </p:txBody>
      </p:sp>
      <p:sp>
        <p:nvSpPr>
          <p:cNvPr id="8" name="TextBox 7">
            <a:extLst>
              <a:ext uri="{FF2B5EF4-FFF2-40B4-BE49-F238E27FC236}">
                <a16:creationId xmlns:a16="http://schemas.microsoft.com/office/drawing/2014/main" id="{5A3C6ABF-5C7B-CE91-0966-B996DE892AD2}"/>
              </a:ext>
            </a:extLst>
          </p:cNvPr>
          <p:cNvSpPr txBox="1"/>
          <p:nvPr/>
        </p:nvSpPr>
        <p:spPr>
          <a:xfrm>
            <a:off x="1981200" y="3752953"/>
            <a:ext cx="8763000" cy="369332"/>
          </a:xfrm>
          <a:prstGeom prst="rect">
            <a:avLst/>
          </a:prstGeom>
          <a:noFill/>
        </p:spPr>
        <p:txBody>
          <a:bodyPr wrap="square" rtlCol="0">
            <a:spAutoFit/>
          </a:bodyPr>
          <a:lstStyle/>
          <a:p>
            <a:r>
              <a:rPr lang="en-US" dirty="0">
                <a:solidFill>
                  <a:schemeClr val="accent4">
                    <a:lumMod val="75000"/>
                  </a:schemeClr>
                </a:solidFill>
              </a:rPr>
              <a:t>Place the entire </a:t>
            </a:r>
            <a:r>
              <a:rPr lang="en-US" dirty="0" err="1">
                <a:solidFill>
                  <a:schemeClr val="accent4">
                    <a:lumMod val="75000"/>
                  </a:schemeClr>
                </a:solidFill>
              </a:rPr>
              <a:t>responseText</a:t>
            </a:r>
            <a:r>
              <a:rPr lang="en-US" dirty="0">
                <a:solidFill>
                  <a:schemeClr val="accent4">
                    <a:lumMod val="75000"/>
                  </a:schemeClr>
                </a:solidFill>
              </a:rPr>
              <a:t> into a variable to parse thru using the parse method </a:t>
            </a:r>
          </a:p>
        </p:txBody>
      </p:sp>
      <p:sp>
        <p:nvSpPr>
          <p:cNvPr id="9" name="TextBox 8">
            <a:extLst>
              <a:ext uri="{FF2B5EF4-FFF2-40B4-BE49-F238E27FC236}">
                <a16:creationId xmlns:a16="http://schemas.microsoft.com/office/drawing/2014/main" id="{E4ABF70B-653E-5C47-3A47-F5BEF964BD1F}"/>
              </a:ext>
            </a:extLst>
          </p:cNvPr>
          <p:cNvSpPr txBox="1"/>
          <p:nvPr/>
        </p:nvSpPr>
        <p:spPr>
          <a:xfrm>
            <a:off x="152400" y="4145723"/>
            <a:ext cx="1066800" cy="1477328"/>
          </a:xfrm>
          <a:prstGeom prst="rect">
            <a:avLst/>
          </a:prstGeom>
          <a:noFill/>
        </p:spPr>
        <p:txBody>
          <a:bodyPr wrap="square" rtlCol="0">
            <a:spAutoFit/>
          </a:bodyPr>
          <a:lstStyle/>
          <a:p>
            <a:r>
              <a:rPr lang="en-US" dirty="0">
                <a:solidFill>
                  <a:srgbClr val="00B050"/>
                </a:solidFill>
              </a:rPr>
              <a:t>Send the request to the server: Use GET</a:t>
            </a:r>
          </a:p>
        </p:txBody>
      </p:sp>
    </p:spTree>
    <p:extLst>
      <p:ext uri="{BB962C8B-B14F-4D97-AF65-F5344CB8AC3E}">
        <p14:creationId xmlns:p14="http://schemas.microsoft.com/office/powerpoint/2010/main" val="93384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01620"/>
            <a:ext cx="9753600" cy="400110"/>
          </a:xfrm>
        </p:spPr>
        <p:txBody>
          <a:bodyPr/>
          <a:lstStyle/>
          <a:p>
            <a:r>
              <a:rPr lang="en-US" dirty="0"/>
              <a:t>How to use the parse method with </a:t>
            </a:r>
            <a:r>
              <a:rPr lang="en-US" dirty="0" err="1"/>
              <a:t>json</a:t>
            </a:r>
            <a:r>
              <a:rPr lang="en-US" dirty="0"/>
              <a:t> text string p 527</a:t>
            </a:r>
          </a:p>
        </p:txBody>
      </p:sp>
      <p:graphicFrame>
        <p:nvGraphicFramePr>
          <p:cNvPr id="6" name="Object 5"/>
          <p:cNvGraphicFramePr>
            <a:graphicFrameLocks noChangeAspect="1"/>
          </p:cNvGraphicFramePr>
          <p:nvPr>
            <p:extLst>
              <p:ext uri="{D42A27DB-BD31-4B8C-83A1-F6EECF244321}">
                <p14:modId xmlns:p14="http://schemas.microsoft.com/office/powerpoint/2010/main" val="2838819722"/>
              </p:ext>
            </p:extLst>
          </p:nvPr>
        </p:nvGraphicFramePr>
        <p:xfrm>
          <a:off x="533400" y="1066800"/>
          <a:ext cx="8601075" cy="5238750"/>
        </p:xfrm>
        <a:graphic>
          <a:graphicData uri="http://schemas.openxmlformats.org/presentationml/2006/ole">
            <mc:AlternateContent xmlns:mc="http://schemas.openxmlformats.org/markup-compatibility/2006">
              <mc:Choice xmlns:v="urn:schemas-microsoft-com:vml" Requires="v">
                <p:oleObj name="Document" r:id="rId2" imgW="8727816" imgH="5322905" progId="Word.Document.12">
                  <p:embed/>
                </p:oleObj>
              </mc:Choice>
              <mc:Fallback>
                <p:oleObj name="Document" r:id="rId2" imgW="8727816" imgH="5322905" progId="Word.Document.12">
                  <p:embed/>
                  <p:pic>
                    <p:nvPicPr>
                      <p:cNvPr id="6" name="Object 5"/>
                      <p:cNvPicPr/>
                      <p:nvPr/>
                    </p:nvPicPr>
                    <p:blipFill>
                      <a:blip r:embed="rId3"/>
                      <a:stretch>
                        <a:fillRect/>
                      </a:stretch>
                    </p:blipFill>
                    <p:spPr>
                      <a:xfrm>
                        <a:off x="533400" y="1066800"/>
                        <a:ext cx="8601075" cy="5238750"/>
                      </a:xfrm>
                      <a:prstGeom prst="rect">
                        <a:avLst/>
                      </a:prstGeom>
                    </p:spPr>
                  </p:pic>
                </p:oleObj>
              </mc:Fallback>
            </mc:AlternateContent>
          </a:graphicData>
        </a:graphic>
      </p:graphicFrame>
    </p:spTree>
    <p:extLst>
      <p:ext uri="{BB962C8B-B14F-4D97-AF65-F5344CB8AC3E}">
        <p14:creationId xmlns:p14="http://schemas.microsoft.com/office/powerpoint/2010/main" val="166091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D31665-E39C-5DA4-0C6A-6E24CD13B41A}"/>
              </a:ext>
            </a:extLst>
          </p:cNvPr>
          <p:cNvSpPr txBox="1"/>
          <p:nvPr/>
        </p:nvSpPr>
        <p:spPr>
          <a:xfrm>
            <a:off x="228600" y="472357"/>
            <a:ext cx="10896600" cy="5078313"/>
          </a:xfrm>
          <a:prstGeom prst="rect">
            <a:avLst/>
          </a:prstGeom>
          <a:noFill/>
        </p:spPr>
        <p:txBody>
          <a:bodyPr wrap="square">
            <a:spAutoFit/>
          </a:bodyPr>
          <a:lstStyle/>
          <a:p>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http_request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try</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http_request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XMLHttpRequest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catch</a:t>
            </a:r>
            <a:r>
              <a:rPr lang="en-US" b="0" dirty="0">
                <a:solidFill>
                  <a:srgbClr val="000000"/>
                </a:solidFill>
                <a:effectLst/>
                <a:latin typeface="Consolas" panose="020B0609020204030204" pitchFamily="49" charset="0"/>
              </a:rPr>
              <a:t> (e) {</a:t>
            </a:r>
          </a:p>
          <a:p>
            <a:r>
              <a:rPr lang="en-US" b="0" dirty="0">
                <a:solidFill>
                  <a:srgbClr val="000000"/>
                </a:solidFill>
                <a:effectLst/>
                <a:latin typeface="Consolas" panose="020B0609020204030204" pitchFamily="49" charset="0"/>
              </a:rPr>
              <a:t>                alert(</a:t>
            </a:r>
            <a:r>
              <a:rPr lang="en-US" b="0" dirty="0">
                <a:solidFill>
                  <a:srgbClr val="A31515"/>
                </a:solidFill>
                <a:effectLst/>
                <a:latin typeface="Consolas" panose="020B0609020204030204" pitchFamily="49" charset="0"/>
              </a:rPr>
              <a:t>"</a:t>
            </a:r>
            <a:r>
              <a:rPr lang="en-US" dirty="0">
                <a:solidFill>
                  <a:srgbClr val="A31515"/>
                </a:solidFill>
                <a:latin typeface="Consolas" panose="020B0609020204030204" pitchFamily="49" charset="0"/>
              </a:rPr>
              <a:t>No response found at this time@</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false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http_request.open</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"GET"</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"JSON FILE LOCATION"</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false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http_request.send</a:t>
            </a:r>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r>
              <a:rPr lang="en-US" b="0" dirty="0">
                <a:solidFill>
                  <a:srgbClr val="000000"/>
                </a:solidFill>
                <a:effectLst/>
                <a:latin typeface="Consolas" panose="020B0609020204030204" pitchFamily="49" charset="0"/>
              </a:rPr>
              <a:t> </a:t>
            </a:r>
          </a:p>
          <a:p>
            <a:r>
              <a:rPr lang="en-US" b="0" dirty="0">
                <a:solidFill>
                  <a:srgbClr val="0000FF"/>
                </a:solidFill>
                <a:effectLst/>
                <a:latin typeface="Consolas" panose="020B0609020204030204" pitchFamily="49" charset="0"/>
              </a:rPr>
              <a:t>var</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holdJSONObj</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JSON.parse</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http_request.responseText</a:t>
            </a:r>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a:p>
            <a:endParaRPr lang="en-US" b="0" dirty="0">
              <a:solidFill>
                <a:srgbClr val="000000"/>
              </a:solidFill>
              <a:effectLst/>
              <a:latin typeface="Consolas" panose="020B0609020204030204" pitchFamily="49" charset="0"/>
            </a:endParaRPr>
          </a:p>
          <a:p>
            <a:r>
              <a:rPr lang="en-US" dirty="0">
                <a:solidFill>
                  <a:srgbClr val="000000"/>
                </a:solidFill>
                <a:latin typeface="Consolas" panose="020B0609020204030204" pitchFamily="49" charset="0"/>
              </a:rPr>
              <a:t>//do your logic</a:t>
            </a:r>
            <a:endParaRPr lang="en-US" b="0" dirty="0">
              <a:solidFill>
                <a:srgbClr val="000000"/>
              </a:solidFill>
              <a:effectLst/>
              <a:latin typeface="Consolas" panose="020B0609020204030204" pitchFamily="49" charset="0"/>
            </a:endParaRPr>
          </a:p>
          <a:p>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863726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228F-FB59-5B04-AEB1-DB891825C0DA}"/>
              </a:ext>
            </a:extLst>
          </p:cNvPr>
          <p:cNvSpPr>
            <a:spLocks noGrp="1"/>
          </p:cNvSpPr>
          <p:nvPr>
            <p:ph type="title"/>
          </p:nvPr>
        </p:nvSpPr>
        <p:spPr/>
        <p:txBody>
          <a:bodyPr/>
          <a:lstStyle/>
          <a:p>
            <a:r>
              <a:rPr lang="en-US" dirty="0"/>
              <a:t>Update in class project/Colors project</a:t>
            </a:r>
          </a:p>
        </p:txBody>
      </p:sp>
      <p:sp>
        <p:nvSpPr>
          <p:cNvPr id="4" name="TextBox 3">
            <a:extLst>
              <a:ext uri="{FF2B5EF4-FFF2-40B4-BE49-F238E27FC236}">
                <a16:creationId xmlns:a16="http://schemas.microsoft.com/office/drawing/2014/main" id="{66C9594B-CC13-FC93-C22E-6993DAECE417}"/>
              </a:ext>
            </a:extLst>
          </p:cNvPr>
          <p:cNvSpPr txBox="1"/>
          <p:nvPr/>
        </p:nvSpPr>
        <p:spPr>
          <a:xfrm>
            <a:off x="1143000" y="1752600"/>
            <a:ext cx="8075212" cy="4524315"/>
          </a:xfrm>
          <a:prstGeom prst="rect">
            <a:avLst/>
          </a:prstGeom>
          <a:noFill/>
        </p:spPr>
        <p:txBody>
          <a:bodyPr wrap="square">
            <a:spAutoFit/>
          </a:bodyPr>
          <a:lstStyle/>
          <a:p>
            <a:pPr marL="0" marR="0">
              <a:spcBef>
                <a:spcPts val="0"/>
              </a:spcBef>
              <a:spcAft>
                <a:spcPts val="0"/>
              </a:spcAft>
            </a:pPr>
            <a:r>
              <a:rPr lang="en-US" sz="1800" dirty="0">
                <a:effectLst/>
                <a:latin typeface="Calibri" panose="020F0502020204030204" pitchFamily="34" charset="0"/>
                <a:ea typeface="Calibri" panose="020F0502020204030204" pitchFamily="34" charset="0"/>
              </a:rPr>
              <a:t>Update current project:</a:t>
            </a:r>
          </a:p>
          <a:p>
            <a:pPr marL="0" marR="0">
              <a:spcBef>
                <a:spcPts val="0"/>
              </a:spcBef>
              <a:spcAft>
                <a:spcPts val="0"/>
              </a:spcAft>
            </a:pPr>
            <a:endParaRPr lang="en-US" dirty="0">
              <a:latin typeface="Calibri" panose="020F0502020204030204" pitchFamily="34" charset="0"/>
              <a:ea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Create two .</a:t>
            </a:r>
            <a:r>
              <a:rPr lang="en-US" sz="1800" dirty="0" err="1">
                <a:effectLst/>
                <a:latin typeface="Calibri" panose="020F0502020204030204" pitchFamily="34" charset="0"/>
                <a:ea typeface="Calibri" panose="020F0502020204030204" pitchFamily="34" charset="0"/>
              </a:rPr>
              <a:t>json</a:t>
            </a:r>
            <a:r>
              <a:rPr lang="en-US" sz="1800" dirty="0">
                <a:effectLst/>
                <a:latin typeface="Calibri" panose="020F0502020204030204" pitchFamily="34" charset="0"/>
                <a:ea typeface="Calibri" panose="020F0502020204030204" pitchFamily="34" charset="0"/>
              </a:rPr>
              <a:t> files and place in a data folder (name it data).  </a:t>
            </a:r>
          </a:p>
          <a:p>
            <a:pPr marL="0" marR="0">
              <a:spcBef>
                <a:spcPts val="0"/>
              </a:spcBef>
              <a:spcAft>
                <a:spcPts val="0"/>
              </a:spcAft>
            </a:pPr>
            <a:endParaRPr lang="en-US" dirty="0">
              <a:latin typeface="Calibri" panose="020F0502020204030204" pitchFamily="34" charset="0"/>
              <a:ea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Move each object to a different file.  </a:t>
            </a:r>
          </a:p>
          <a:p>
            <a:pPr marL="0" marR="0">
              <a:spcBef>
                <a:spcPts val="0"/>
              </a:spcBef>
              <a:spcAft>
                <a:spcPts val="0"/>
              </a:spcAft>
            </a:pPr>
            <a:endParaRPr lang="en-US" dirty="0">
              <a:latin typeface="Calibri" panose="020F0502020204030204" pitchFamily="34" charset="0"/>
              <a:ea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Using the </a:t>
            </a:r>
            <a:r>
              <a:rPr lang="en-US" sz="1800" dirty="0" err="1">
                <a:effectLst/>
                <a:latin typeface="Calibri" panose="020F0502020204030204" pitchFamily="34" charset="0"/>
                <a:ea typeface="Calibri" panose="020F0502020204030204" pitchFamily="34" charset="0"/>
              </a:rPr>
              <a:t>XMLHttpRequest</a:t>
            </a:r>
            <a:r>
              <a:rPr lang="en-US" sz="1800" dirty="0">
                <a:effectLst/>
                <a:latin typeface="Calibri" panose="020F0502020204030204" pitchFamily="34" charset="0"/>
                <a:ea typeface="Calibri" panose="020F0502020204030204" pitchFamily="34" charset="0"/>
              </a:rPr>
              <a:t>, open those files and use the same variable names (comment out the original definition of the variables) for the parsed </a:t>
            </a:r>
            <a:r>
              <a:rPr lang="en-US" sz="1800" dirty="0" err="1">
                <a:effectLst/>
                <a:latin typeface="Calibri" panose="020F0502020204030204" pitchFamily="34" charset="0"/>
                <a:ea typeface="Calibri" panose="020F0502020204030204" pitchFamily="34" charset="0"/>
              </a:rPr>
              <a:t>responseText</a:t>
            </a:r>
            <a:r>
              <a:rPr lang="en-US" sz="1800" dirty="0">
                <a:effectLst/>
                <a:latin typeface="Calibri" panose="020F0502020204030204" pitchFamily="34" charset="0"/>
                <a:ea typeface="Calibri" panose="020F0502020204030204" pitchFamily="34" charset="0"/>
              </a:rPr>
              <a:t> and make sure your logic still works.</a:t>
            </a:r>
          </a:p>
          <a:p>
            <a:pPr marL="0" marR="0">
              <a:spcBef>
                <a:spcPts val="0"/>
              </a:spcBef>
              <a:spcAft>
                <a:spcPts val="0"/>
              </a:spcAft>
            </a:pPr>
            <a:endParaRPr lang="en-US" dirty="0">
              <a:latin typeface="Calibri" panose="020F0502020204030204" pitchFamily="34" charset="0"/>
              <a:ea typeface="Calibri" panose="020F0502020204030204" pitchFamily="34" charset="0"/>
            </a:endParaRP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Update Colors: externalize the colors object into a JSON file and </a:t>
            </a:r>
          </a:p>
          <a:p>
            <a:pPr marL="0" marR="0">
              <a:spcBef>
                <a:spcPts val="0"/>
              </a:spcBef>
              <a:spcAft>
                <a:spcPts val="0"/>
              </a:spcAft>
            </a:pPr>
            <a:r>
              <a:rPr lang="en-US" sz="1800" dirty="0">
                <a:effectLst/>
                <a:latin typeface="Calibri" panose="020F0502020204030204" pitchFamily="34" charset="0"/>
                <a:ea typeface="Calibri" panose="020F0502020204030204" pitchFamily="34" charset="0"/>
              </a:rPr>
              <a:t>Using the </a:t>
            </a:r>
            <a:r>
              <a:rPr lang="en-US" sz="1800" dirty="0" err="1">
                <a:effectLst/>
                <a:latin typeface="Calibri" panose="020F0502020204030204" pitchFamily="34" charset="0"/>
                <a:ea typeface="Calibri" panose="020F0502020204030204" pitchFamily="34" charset="0"/>
              </a:rPr>
              <a:t>XMLHttpRequest</a:t>
            </a:r>
            <a:r>
              <a:rPr lang="en-US" sz="1800" dirty="0">
                <a:effectLst/>
                <a:latin typeface="Calibri" panose="020F0502020204030204" pitchFamily="34" charset="0"/>
                <a:ea typeface="Calibri" panose="020F0502020204030204" pitchFamily="34" charset="0"/>
              </a:rPr>
              <a:t>, open the new file and use the same variable name (comment out the original definition of the variables) for the parsed </a:t>
            </a:r>
            <a:r>
              <a:rPr lang="en-US" sz="1800" dirty="0" err="1">
                <a:effectLst/>
                <a:latin typeface="Calibri" panose="020F0502020204030204" pitchFamily="34" charset="0"/>
                <a:ea typeface="Calibri" panose="020F0502020204030204" pitchFamily="34" charset="0"/>
              </a:rPr>
              <a:t>responseText</a:t>
            </a:r>
            <a:r>
              <a:rPr lang="en-US" sz="1800" dirty="0">
                <a:effectLst/>
                <a:latin typeface="Calibri" panose="020F0502020204030204" pitchFamily="34" charset="0"/>
                <a:ea typeface="Calibri" panose="020F0502020204030204" pitchFamily="34" charset="0"/>
              </a:rPr>
              <a:t> and make sure your logic still works.  </a:t>
            </a:r>
          </a:p>
          <a:p>
            <a:pPr marL="0" marR="0">
              <a:spcBef>
                <a:spcPts val="0"/>
              </a:spcBef>
              <a:spcAft>
                <a:spcPts val="0"/>
              </a:spcAft>
            </a:pPr>
            <a:endParaRPr lang="en-US" dirty="0">
              <a:latin typeface="Calibri" panose="020F0502020204030204" pitchFamily="34" charset="0"/>
              <a:ea typeface="Calibri" panose="020F0502020204030204" pitchFamily="34" charset="0"/>
            </a:endParaRPr>
          </a:p>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909103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3C2A6-0907-018B-3012-6F31CD543ACB}"/>
              </a:ext>
            </a:extLst>
          </p:cNvPr>
          <p:cNvSpPr>
            <a:spLocks noGrp="1"/>
          </p:cNvSpPr>
          <p:nvPr>
            <p:ph type="title"/>
          </p:nvPr>
        </p:nvSpPr>
        <p:spPr>
          <a:xfrm>
            <a:off x="249803" y="381000"/>
            <a:ext cx="9753600" cy="400110"/>
          </a:xfrm>
        </p:spPr>
        <p:txBody>
          <a:bodyPr/>
          <a:lstStyle/>
          <a:p>
            <a:r>
              <a:rPr lang="en-US" dirty="0"/>
              <a:t>XML</a:t>
            </a:r>
          </a:p>
        </p:txBody>
      </p:sp>
      <p:sp>
        <p:nvSpPr>
          <p:cNvPr id="5" name="TextBox 4">
            <a:extLst>
              <a:ext uri="{FF2B5EF4-FFF2-40B4-BE49-F238E27FC236}">
                <a16:creationId xmlns:a16="http://schemas.microsoft.com/office/drawing/2014/main" id="{F8B0D5B0-B83F-0CC2-2350-983365D59144}"/>
              </a:ext>
            </a:extLst>
          </p:cNvPr>
          <p:cNvSpPr txBox="1"/>
          <p:nvPr/>
        </p:nvSpPr>
        <p:spPr>
          <a:xfrm>
            <a:off x="228600" y="1066800"/>
            <a:ext cx="9525000" cy="4801314"/>
          </a:xfrm>
          <a:prstGeom prst="rect">
            <a:avLst/>
          </a:prstGeom>
          <a:noFill/>
        </p:spPr>
        <p:txBody>
          <a:bodyPr wrap="square">
            <a:spAutoFit/>
          </a:bodyPr>
          <a:lstStyle/>
          <a:p>
            <a:r>
              <a:rPr lang="en-US" sz="1800" b="0" i="0" u="none" strike="noStrike" baseline="0" dirty="0">
                <a:solidFill>
                  <a:srgbClr val="000000"/>
                </a:solidFill>
                <a:latin typeface="Verdana" panose="020B0604030504040204" pitchFamily="34" charset="0"/>
              </a:rPr>
              <a:t>XML stands for </a:t>
            </a:r>
            <a:r>
              <a:rPr lang="en-US" sz="1800" b="1" i="0" u="none" strike="noStrike" baseline="0" dirty="0">
                <a:solidFill>
                  <a:srgbClr val="000000"/>
                </a:solidFill>
                <a:latin typeface="Verdana" panose="020B0604030504040204" pitchFamily="34" charset="0"/>
              </a:rPr>
              <a:t>E</a:t>
            </a:r>
            <a:r>
              <a:rPr lang="en-US" sz="1800" b="0" i="0" u="none" strike="noStrike" baseline="0" dirty="0">
                <a:solidFill>
                  <a:srgbClr val="000000"/>
                </a:solidFill>
                <a:latin typeface="Verdana" panose="020B0604030504040204" pitchFamily="34" charset="0"/>
              </a:rPr>
              <a:t>xtensible </a:t>
            </a:r>
            <a:r>
              <a:rPr lang="en-US" sz="1800" b="1" i="0" u="none" strike="noStrike" baseline="0" dirty="0">
                <a:solidFill>
                  <a:srgbClr val="000000"/>
                </a:solidFill>
                <a:latin typeface="Verdana" panose="020B0604030504040204" pitchFamily="34" charset="0"/>
              </a:rPr>
              <a:t>M</a:t>
            </a:r>
            <a:r>
              <a:rPr lang="en-US" sz="1800" b="0" i="0" u="none" strike="noStrike" baseline="0" dirty="0">
                <a:solidFill>
                  <a:srgbClr val="000000"/>
                </a:solidFill>
                <a:latin typeface="Verdana" panose="020B0604030504040204" pitchFamily="34" charset="0"/>
              </a:rPr>
              <a:t>arkup </a:t>
            </a:r>
            <a:r>
              <a:rPr lang="en-US" sz="1800" b="1" i="0" u="none" strike="noStrike" baseline="0" dirty="0">
                <a:solidFill>
                  <a:srgbClr val="000000"/>
                </a:solidFill>
                <a:latin typeface="Verdana" panose="020B0604030504040204" pitchFamily="34" charset="0"/>
              </a:rPr>
              <a:t>L</a:t>
            </a:r>
            <a:r>
              <a:rPr lang="en-US" sz="1800" b="0" i="0" u="none" strike="noStrike" baseline="0" dirty="0">
                <a:solidFill>
                  <a:srgbClr val="000000"/>
                </a:solidFill>
                <a:latin typeface="Verdana" panose="020B0604030504040204" pitchFamily="34" charset="0"/>
              </a:rPr>
              <a:t>anguage. It is a text-based markup language derived from Standard Generalized Markup Language (SGML). </a:t>
            </a:r>
          </a:p>
          <a:p>
            <a:r>
              <a:rPr lang="en-US" sz="1800" b="0" i="0" u="none" strike="noStrike" baseline="0" dirty="0">
                <a:solidFill>
                  <a:srgbClr val="000000"/>
                </a:solidFill>
                <a:latin typeface="Verdana" panose="020B0604030504040204" pitchFamily="34" charset="0"/>
              </a:rPr>
              <a:t>XML tags identify the data and are used to store and organize the data, rather than specifying how to display it like HTML tags, which are used to display the data.</a:t>
            </a:r>
          </a:p>
          <a:p>
            <a:endParaRPr lang="en-US" sz="1800" b="0" i="0" u="none" strike="noStrike" baseline="0" dirty="0">
              <a:solidFill>
                <a:srgbClr val="000000"/>
              </a:solidFill>
              <a:latin typeface="Verdana" panose="020B0604030504040204" pitchFamily="34" charset="0"/>
            </a:endParaRPr>
          </a:p>
          <a:p>
            <a:r>
              <a:rPr lang="en-US" sz="1800" b="0" i="0" u="none" strike="noStrike" baseline="0" dirty="0">
                <a:solidFill>
                  <a:srgbClr val="000000"/>
                </a:solidFill>
                <a:latin typeface="Verdana" panose="020B0604030504040204" pitchFamily="34" charset="0"/>
              </a:rPr>
              <a:t>There are three important characteristics of XML that make it useful in a variety of systems and solutions: </a:t>
            </a:r>
          </a:p>
          <a:p>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1" i="0" u="none" strike="noStrike" baseline="0" dirty="0">
                <a:solidFill>
                  <a:srgbClr val="000000"/>
                </a:solidFill>
                <a:latin typeface="Verdana" panose="020B0604030504040204" pitchFamily="34" charset="0"/>
              </a:rPr>
              <a:t>XML is extensible</a:t>
            </a:r>
            <a:r>
              <a:rPr lang="en-US" sz="1800" b="0" i="0" u="none" strike="noStrike" baseline="0" dirty="0">
                <a:solidFill>
                  <a:srgbClr val="000000"/>
                </a:solidFill>
                <a:latin typeface="Verdana" panose="020B0604030504040204" pitchFamily="34" charset="0"/>
              </a:rPr>
              <a:t>: XML allows you to create your own self-descriptive tags or language, that suits your application.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1" i="0" u="none" strike="noStrike" baseline="0" dirty="0">
                <a:solidFill>
                  <a:srgbClr val="000000"/>
                </a:solidFill>
                <a:latin typeface="Verdana" panose="020B0604030504040204" pitchFamily="34" charset="0"/>
              </a:rPr>
              <a:t>XML carries the data, does not present it</a:t>
            </a:r>
            <a:r>
              <a:rPr lang="en-US" sz="1800" b="0" i="0" u="none" strike="noStrike" baseline="0" dirty="0">
                <a:solidFill>
                  <a:srgbClr val="000000"/>
                </a:solidFill>
                <a:latin typeface="Verdana" panose="020B0604030504040204" pitchFamily="34" charset="0"/>
              </a:rPr>
              <a:t>: XML allows you to store the data irrespective of how it will be presented. </a:t>
            </a:r>
          </a:p>
          <a:p>
            <a:pPr marL="285750" indent="-285750">
              <a:buFont typeface="Arial" panose="020B0604020202020204" pitchFamily="34" charset="0"/>
              <a:buChar char="•"/>
            </a:pPr>
            <a:endParaRPr lang="en-US"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1" i="0" u="none" strike="noStrike" baseline="0" dirty="0">
                <a:solidFill>
                  <a:srgbClr val="000000"/>
                </a:solidFill>
                <a:latin typeface="Verdana" panose="020B0604030504040204" pitchFamily="34" charset="0"/>
              </a:rPr>
              <a:t>XML is a public standard</a:t>
            </a:r>
            <a:r>
              <a:rPr lang="en-US" sz="1800" b="0" i="0" u="none" strike="noStrike" baseline="0" dirty="0">
                <a:solidFill>
                  <a:srgbClr val="000000"/>
                </a:solidFill>
                <a:latin typeface="Verdana" panose="020B0604030504040204" pitchFamily="34" charset="0"/>
              </a:rPr>
              <a:t>: XML was developed by an organization called the World Wide Web Consortium (W3C) and is available as an open standard. </a:t>
            </a:r>
          </a:p>
        </p:txBody>
      </p:sp>
    </p:spTree>
    <p:extLst>
      <p:ext uri="{BB962C8B-B14F-4D97-AF65-F5344CB8AC3E}">
        <p14:creationId xmlns:p14="http://schemas.microsoft.com/office/powerpoint/2010/main" val="1056626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C16065-463E-91B2-E9C1-868BEAF0FA71}"/>
              </a:ext>
            </a:extLst>
          </p:cNvPr>
          <p:cNvSpPr>
            <a:spLocks noGrp="1"/>
          </p:cNvSpPr>
          <p:nvPr>
            <p:ph type="title"/>
          </p:nvPr>
        </p:nvSpPr>
        <p:spPr/>
        <p:txBody>
          <a:bodyPr/>
          <a:lstStyle/>
          <a:p>
            <a:r>
              <a:rPr lang="en-US" dirty="0"/>
              <a:t>XML</a:t>
            </a:r>
          </a:p>
        </p:txBody>
      </p:sp>
      <p:sp>
        <p:nvSpPr>
          <p:cNvPr id="5" name="TextBox 4">
            <a:extLst>
              <a:ext uri="{FF2B5EF4-FFF2-40B4-BE49-F238E27FC236}">
                <a16:creationId xmlns:a16="http://schemas.microsoft.com/office/drawing/2014/main" id="{959C91F2-C226-0133-1396-0AF23436BBB8}"/>
              </a:ext>
            </a:extLst>
          </p:cNvPr>
          <p:cNvSpPr txBox="1"/>
          <p:nvPr/>
        </p:nvSpPr>
        <p:spPr>
          <a:xfrm>
            <a:off x="1143000" y="1600200"/>
            <a:ext cx="8305800" cy="4247317"/>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work behind the scene to simplify the creation of HTML documents for large web sites.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be used to exchange the information between organizations and systems.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be used for offloading and reloading of databases.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be used to store and arrange the data, which can customize your data handling needs.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easily be merged with style sheets to create almost any desired output.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Virtually, any type of data can be expressed as an XML document. </a:t>
            </a:r>
          </a:p>
        </p:txBody>
      </p:sp>
    </p:spTree>
    <p:extLst>
      <p:ext uri="{BB962C8B-B14F-4D97-AF65-F5344CB8AC3E}">
        <p14:creationId xmlns:p14="http://schemas.microsoft.com/office/powerpoint/2010/main" val="2999716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41F4AC-A0C9-115A-6783-BF0E0135CEB4}"/>
              </a:ext>
            </a:extLst>
          </p:cNvPr>
          <p:cNvSpPr>
            <a:spLocks noGrp="1"/>
          </p:cNvSpPr>
          <p:nvPr>
            <p:ph type="title"/>
          </p:nvPr>
        </p:nvSpPr>
        <p:spPr/>
        <p:txBody>
          <a:bodyPr/>
          <a:lstStyle/>
          <a:p>
            <a:r>
              <a:rPr lang="en-US" dirty="0"/>
              <a:t>XML Syntax</a:t>
            </a:r>
          </a:p>
        </p:txBody>
      </p:sp>
      <p:sp>
        <p:nvSpPr>
          <p:cNvPr id="5" name="TextBox 4">
            <a:extLst>
              <a:ext uri="{FF2B5EF4-FFF2-40B4-BE49-F238E27FC236}">
                <a16:creationId xmlns:a16="http://schemas.microsoft.com/office/drawing/2014/main" id="{8880524C-99C1-2AC1-8EE4-032C2BEB031E}"/>
              </a:ext>
            </a:extLst>
          </p:cNvPr>
          <p:cNvSpPr txBox="1"/>
          <p:nvPr/>
        </p:nvSpPr>
        <p:spPr>
          <a:xfrm>
            <a:off x="1295400" y="1447800"/>
            <a:ext cx="8227612" cy="1754326"/>
          </a:xfrm>
          <a:prstGeom prst="rect">
            <a:avLst/>
          </a:prstGeom>
          <a:noFill/>
        </p:spPr>
        <p:txBody>
          <a:bodyPr wrap="square">
            <a:spAutoFit/>
          </a:bodyPr>
          <a:lstStyle/>
          <a:p>
            <a:r>
              <a:rPr lang="en-US" sz="1800" b="0" i="0" u="none" strike="noStrike" baseline="0" dirty="0">
                <a:solidFill>
                  <a:srgbClr val="000000"/>
                </a:solidFill>
                <a:latin typeface="Consolas" panose="020B0609020204030204" pitchFamily="49" charset="0"/>
              </a:rPr>
              <a:t>&lt;?xml version="1.0"?&gt; </a:t>
            </a:r>
          </a:p>
          <a:p>
            <a:r>
              <a:rPr lang="en-US" sz="1800" b="0" i="0" u="none" strike="noStrike" baseline="0" dirty="0">
                <a:solidFill>
                  <a:srgbClr val="000000"/>
                </a:solidFill>
                <a:latin typeface="Consolas" panose="020B0609020204030204" pitchFamily="49" charset="0"/>
              </a:rPr>
              <a:t>&lt;contact-info&gt; </a:t>
            </a:r>
          </a:p>
          <a:p>
            <a:pPr lvl="1"/>
            <a:r>
              <a:rPr lang="en-US" b="0" i="0" u="none" strike="noStrike" baseline="0" dirty="0">
                <a:solidFill>
                  <a:srgbClr val="000000"/>
                </a:solidFill>
                <a:latin typeface="Consolas" panose="020B0609020204030204" pitchFamily="49" charset="0"/>
              </a:rPr>
              <a:t>&lt;name&gt;</a:t>
            </a:r>
            <a:r>
              <a:rPr lang="en-US" dirty="0">
                <a:solidFill>
                  <a:srgbClr val="000000"/>
                </a:solidFill>
                <a:latin typeface="Consolas" panose="020B0609020204030204" pitchFamily="49" charset="0"/>
              </a:rPr>
              <a:t>Jennifer</a:t>
            </a:r>
            <a:r>
              <a:rPr lang="en-US" b="0" i="0" u="none" strike="noStrike" baseline="0" dirty="0">
                <a:solidFill>
                  <a:srgbClr val="000000"/>
                </a:solidFill>
                <a:latin typeface="Consolas" panose="020B0609020204030204" pitchFamily="49" charset="0"/>
              </a:rPr>
              <a:t> Doe&lt;/name&gt; </a:t>
            </a:r>
          </a:p>
          <a:p>
            <a:pPr lvl="1"/>
            <a:r>
              <a:rPr lang="en-US" b="0" i="0" u="none" strike="noStrike" baseline="0" dirty="0">
                <a:solidFill>
                  <a:srgbClr val="000000"/>
                </a:solidFill>
                <a:latin typeface="Consolas" panose="020B0609020204030204" pitchFamily="49" charset="0"/>
              </a:rPr>
              <a:t>&lt;company&gt;BCBS&lt;/company&gt; </a:t>
            </a:r>
          </a:p>
          <a:p>
            <a:pPr lvl="1"/>
            <a:r>
              <a:rPr lang="en-US" b="0" i="0" u="none" strike="noStrike" baseline="0" dirty="0">
                <a:solidFill>
                  <a:srgbClr val="000000"/>
                </a:solidFill>
                <a:latin typeface="Consolas" panose="020B0609020204030204" pitchFamily="49" charset="0"/>
              </a:rPr>
              <a:t>&lt;phone&gt;(011)123-4567&lt;/phone&gt; </a:t>
            </a:r>
          </a:p>
          <a:p>
            <a:r>
              <a:rPr lang="en-US" sz="1800" b="0" i="0" u="none" strike="noStrike" baseline="0" dirty="0">
                <a:solidFill>
                  <a:srgbClr val="000000"/>
                </a:solidFill>
                <a:latin typeface="Consolas" panose="020B0609020204030204" pitchFamily="49" charset="0"/>
              </a:rPr>
              <a:t>&lt;/contact-info&gt;</a:t>
            </a:r>
            <a:endParaRPr lang="en-US" dirty="0"/>
          </a:p>
        </p:txBody>
      </p:sp>
      <p:sp>
        <p:nvSpPr>
          <p:cNvPr id="8" name="TextBox 7">
            <a:extLst>
              <a:ext uri="{FF2B5EF4-FFF2-40B4-BE49-F238E27FC236}">
                <a16:creationId xmlns:a16="http://schemas.microsoft.com/office/drawing/2014/main" id="{2066ACE9-FF5D-E286-65E3-BE6853713B69}"/>
              </a:ext>
            </a:extLst>
          </p:cNvPr>
          <p:cNvSpPr txBox="1"/>
          <p:nvPr/>
        </p:nvSpPr>
        <p:spPr>
          <a:xfrm>
            <a:off x="1066800" y="3581400"/>
            <a:ext cx="8306462" cy="1754326"/>
          </a:xfrm>
          <a:prstGeom prst="rect">
            <a:avLst/>
          </a:prstGeom>
          <a:noFill/>
        </p:spPr>
        <p:txBody>
          <a:bodyPr wrap="square">
            <a:spAutoFit/>
          </a:bodyPr>
          <a:lstStyle/>
          <a:p>
            <a:r>
              <a:rPr lang="en-US" sz="1800" b="0" i="0" u="none" strike="noStrike" baseline="0" dirty="0">
                <a:solidFill>
                  <a:srgbClr val="000000"/>
                </a:solidFill>
                <a:latin typeface="Verdana" panose="020B0604030504040204" pitchFamily="34" charset="0"/>
              </a:rPr>
              <a:t>You can notice, there are two kinds of information in the above example: </a:t>
            </a:r>
          </a:p>
          <a:p>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Markup, like &lt;contact-info&gt;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The text, or the character data, BCBS and (011)123-4567 </a:t>
            </a:r>
          </a:p>
        </p:txBody>
      </p:sp>
    </p:spTree>
    <p:extLst>
      <p:ext uri="{BB962C8B-B14F-4D97-AF65-F5344CB8AC3E}">
        <p14:creationId xmlns:p14="http://schemas.microsoft.com/office/powerpoint/2010/main" val="1293790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41F4AC-A0C9-115A-6783-BF0E0135CEB4}"/>
              </a:ext>
            </a:extLst>
          </p:cNvPr>
          <p:cNvSpPr>
            <a:spLocks noGrp="1"/>
          </p:cNvSpPr>
          <p:nvPr>
            <p:ph type="title"/>
          </p:nvPr>
        </p:nvSpPr>
        <p:spPr>
          <a:xfrm>
            <a:off x="838200" y="103019"/>
            <a:ext cx="9753600" cy="400110"/>
          </a:xfrm>
        </p:spPr>
        <p:txBody>
          <a:bodyPr/>
          <a:lstStyle/>
          <a:p>
            <a:r>
              <a:rPr lang="en-US" dirty="0"/>
              <a:t>XML Syntax</a:t>
            </a:r>
          </a:p>
        </p:txBody>
      </p:sp>
      <p:sp>
        <p:nvSpPr>
          <p:cNvPr id="5" name="TextBox 4">
            <a:extLst>
              <a:ext uri="{FF2B5EF4-FFF2-40B4-BE49-F238E27FC236}">
                <a16:creationId xmlns:a16="http://schemas.microsoft.com/office/drawing/2014/main" id="{8880524C-99C1-2AC1-8EE4-032C2BEB031E}"/>
              </a:ext>
            </a:extLst>
          </p:cNvPr>
          <p:cNvSpPr txBox="1"/>
          <p:nvPr/>
        </p:nvSpPr>
        <p:spPr>
          <a:xfrm>
            <a:off x="845489" y="1143000"/>
            <a:ext cx="8227612" cy="4247317"/>
          </a:xfrm>
          <a:prstGeom prst="rect">
            <a:avLst/>
          </a:prstGeom>
          <a:noFill/>
        </p:spPr>
        <p:txBody>
          <a:bodyPr wrap="square">
            <a:spAutoFit/>
          </a:bodyPr>
          <a:lstStyle/>
          <a:p>
            <a:r>
              <a:rPr lang="en-US" sz="1800" b="0" i="0" u="none" strike="noStrike" baseline="0" dirty="0">
                <a:solidFill>
                  <a:srgbClr val="000000"/>
                </a:solidFill>
                <a:latin typeface="Consolas" panose="020B0609020204030204" pitchFamily="49" charset="0"/>
              </a:rPr>
              <a:t>&lt;?xml version="1.0"?&gt; </a:t>
            </a:r>
          </a:p>
          <a:p>
            <a:r>
              <a:rPr lang="en-US" sz="1800" b="0" i="0" u="none" strike="noStrike" baseline="0" dirty="0">
                <a:solidFill>
                  <a:srgbClr val="000000"/>
                </a:solidFill>
                <a:latin typeface="Consolas" panose="020B0609020204030204" pitchFamily="49" charset="0"/>
              </a:rPr>
              <a:t>&lt;contact-info&gt; </a:t>
            </a:r>
          </a:p>
          <a:p>
            <a:r>
              <a:rPr lang="en-US" dirty="0">
                <a:solidFill>
                  <a:srgbClr val="000000"/>
                </a:solidFill>
                <a:latin typeface="Consolas" panose="020B0609020204030204" pitchFamily="49" charset="0"/>
              </a:rPr>
              <a:t>	&lt;contact&gt;</a:t>
            </a:r>
          </a:p>
          <a:p>
            <a:r>
              <a:rPr lang="en-US" sz="1800" b="0" i="0" u="none" strike="noStrike" baseline="0" dirty="0">
                <a:solidFill>
                  <a:srgbClr val="000000"/>
                </a:solidFill>
                <a:latin typeface="Consolas" panose="020B0609020204030204" pitchFamily="49" charset="0"/>
              </a:rPr>
              <a:t>		&lt;id&gt;z</a:t>
            </a:r>
            <a:r>
              <a:rPr lang="en-US" dirty="0">
                <a:solidFill>
                  <a:srgbClr val="000000"/>
                </a:solidFill>
                <a:latin typeface="Consolas" panose="020B0609020204030204" pitchFamily="49" charset="0"/>
              </a:rPr>
              <a:t>38p&lt;/id&gt;</a:t>
            </a:r>
            <a:endParaRPr lang="en-US" sz="1800" b="0" i="0" u="none" strike="noStrike" baseline="0" dirty="0">
              <a:solidFill>
                <a:srgbClr val="000000"/>
              </a:solidFill>
              <a:latin typeface="Consolas" panose="020B0609020204030204" pitchFamily="49" charset="0"/>
            </a:endParaRPr>
          </a:p>
          <a:p>
            <a:pPr lvl="2"/>
            <a:r>
              <a:rPr lang="en-US" b="0" i="0" u="none" strike="noStrike" baseline="0" dirty="0">
                <a:solidFill>
                  <a:srgbClr val="000000"/>
                </a:solidFill>
                <a:latin typeface="Consolas" panose="020B0609020204030204" pitchFamily="49" charset="0"/>
              </a:rPr>
              <a:t>&lt;name&gt;</a:t>
            </a:r>
            <a:r>
              <a:rPr lang="en-US" dirty="0">
                <a:solidFill>
                  <a:srgbClr val="000000"/>
                </a:solidFill>
                <a:latin typeface="Consolas" panose="020B0609020204030204" pitchFamily="49" charset="0"/>
              </a:rPr>
              <a:t>Jennifer</a:t>
            </a:r>
            <a:r>
              <a:rPr lang="en-US" b="0" i="0" u="none" strike="noStrike" baseline="0" dirty="0">
                <a:solidFill>
                  <a:srgbClr val="000000"/>
                </a:solidFill>
                <a:latin typeface="Consolas" panose="020B0609020204030204" pitchFamily="49" charset="0"/>
              </a:rPr>
              <a:t> Doe&lt;/name&gt; </a:t>
            </a:r>
          </a:p>
          <a:p>
            <a:pPr lvl="2"/>
            <a:r>
              <a:rPr lang="en-US" b="0" i="0" u="none" strike="noStrike" baseline="0" dirty="0">
                <a:solidFill>
                  <a:srgbClr val="000000"/>
                </a:solidFill>
                <a:latin typeface="Consolas" panose="020B0609020204030204" pitchFamily="49" charset="0"/>
              </a:rPr>
              <a:t>&lt;company&gt;BCBS&lt;/company&gt; </a:t>
            </a:r>
          </a:p>
          <a:p>
            <a:pPr lvl="2"/>
            <a:r>
              <a:rPr lang="en-US" b="0" i="0" u="none" strike="noStrike" baseline="0" dirty="0">
                <a:solidFill>
                  <a:srgbClr val="000000"/>
                </a:solidFill>
                <a:latin typeface="Consolas" panose="020B0609020204030204" pitchFamily="49" charset="0"/>
              </a:rPr>
              <a:t>&lt;phone&gt;(011)123-4567&lt;/phone&gt;</a:t>
            </a:r>
          </a:p>
          <a:p>
            <a:pPr lvl="1"/>
            <a:r>
              <a:rPr lang="en-US" dirty="0">
                <a:solidFill>
                  <a:srgbClr val="000000"/>
                </a:solidFill>
                <a:latin typeface="Consolas" panose="020B0609020204030204" pitchFamily="49" charset="0"/>
              </a:rPr>
              <a:t>&lt;/contact&gt;</a:t>
            </a:r>
            <a:r>
              <a:rPr lang="en-US" b="0" i="0" u="none" strike="noStrike" baseline="0"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&lt;contact&gt;</a:t>
            </a:r>
          </a:p>
          <a:p>
            <a:r>
              <a:rPr lang="en-US" sz="1800" b="0" i="0" u="none" strike="noStrike" baseline="0" dirty="0">
                <a:solidFill>
                  <a:srgbClr val="000000"/>
                </a:solidFill>
                <a:latin typeface="Consolas" panose="020B0609020204030204" pitchFamily="49" charset="0"/>
              </a:rPr>
              <a:t>		&lt;id&gt;z</a:t>
            </a:r>
            <a:r>
              <a:rPr lang="en-US" dirty="0">
                <a:solidFill>
                  <a:srgbClr val="000000"/>
                </a:solidFill>
                <a:latin typeface="Consolas" panose="020B0609020204030204" pitchFamily="49" charset="0"/>
              </a:rPr>
              <a:t>38q&lt;/id&gt;</a:t>
            </a:r>
            <a:endParaRPr lang="en-US" sz="1800" b="0" i="0" u="none" strike="noStrike" baseline="0" dirty="0">
              <a:solidFill>
                <a:srgbClr val="000000"/>
              </a:solidFill>
              <a:latin typeface="Consolas" panose="020B0609020204030204" pitchFamily="49" charset="0"/>
            </a:endParaRPr>
          </a:p>
          <a:p>
            <a:pPr lvl="2"/>
            <a:r>
              <a:rPr lang="en-US" b="0" i="0" u="none" strike="noStrike" baseline="0" dirty="0">
                <a:solidFill>
                  <a:srgbClr val="000000"/>
                </a:solidFill>
                <a:latin typeface="Consolas" panose="020B0609020204030204" pitchFamily="49" charset="0"/>
              </a:rPr>
              <a:t>&lt;name&gt;</a:t>
            </a:r>
            <a:r>
              <a:rPr lang="en-US" dirty="0">
                <a:solidFill>
                  <a:srgbClr val="000000"/>
                </a:solidFill>
                <a:latin typeface="Consolas" panose="020B0609020204030204" pitchFamily="49" charset="0"/>
              </a:rPr>
              <a:t>Matt </a:t>
            </a:r>
            <a:r>
              <a:rPr lang="en-US" dirty="0" err="1">
                <a:solidFill>
                  <a:srgbClr val="000000"/>
                </a:solidFill>
                <a:latin typeface="Consolas" panose="020B0609020204030204" pitchFamily="49" charset="0"/>
              </a:rPr>
              <a:t>MyBoss</a:t>
            </a:r>
            <a:r>
              <a:rPr lang="en-US" b="0" i="0" u="none" strike="noStrike" baseline="0" dirty="0">
                <a:solidFill>
                  <a:srgbClr val="000000"/>
                </a:solidFill>
                <a:latin typeface="Consolas" panose="020B0609020204030204" pitchFamily="49" charset="0"/>
              </a:rPr>
              <a:t>&lt;/name&gt; </a:t>
            </a:r>
          </a:p>
          <a:p>
            <a:pPr lvl="2"/>
            <a:r>
              <a:rPr lang="en-US" b="0" i="0" u="none" strike="noStrike" baseline="0" dirty="0">
                <a:solidFill>
                  <a:srgbClr val="000000"/>
                </a:solidFill>
                <a:latin typeface="Consolas" panose="020B0609020204030204" pitchFamily="49" charset="0"/>
              </a:rPr>
              <a:t>&lt;company&gt;MTC&lt;/company&gt; </a:t>
            </a:r>
          </a:p>
          <a:p>
            <a:pPr lvl="2"/>
            <a:r>
              <a:rPr lang="en-US" b="0" i="0" u="none" strike="noStrike" baseline="0" dirty="0">
                <a:solidFill>
                  <a:srgbClr val="000000"/>
                </a:solidFill>
                <a:latin typeface="Consolas" panose="020B0609020204030204" pitchFamily="49" charset="0"/>
              </a:rPr>
              <a:t>&lt;phone&gt;(011)123-5678&lt;/phone&gt;</a:t>
            </a:r>
          </a:p>
          <a:p>
            <a:pPr lvl="1"/>
            <a:r>
              <a:rPr lang="en-US" dirty="0">
                <a:solidFill>
                  <a:srgbClr val="000000"/>
                </a:solidFill>
                <a:latin typeface="Consolas" panose="020B0609020204030204" pitchFamily="49" charset="0"/>
              </a:rPr>
              <a:t>&lt;/contact&gt;</a:t>
            </a:r>
            <a:r>
              <a:rPr lang="en-US" b="0" i="0" u="none" strike="noStrike" baseline="0" dirty="0">
                <a:solidFill>
                  <a:srgbClr val="000000"/>
                </a:solidFill>
                <a:latin typeface="Consolas" panose="020B0609020204030204" pitchFamily="49" charset="0"/>
              </a:rPr>
              <a:t> </a:t>
            </a:r>
          </a:p>
          <a:p>
            <a:r>
              <a:rPr lang="en-US" sz="1800" b="0" i="0" u="none" strike="noStrike" baseline="0" dirty="0">
                <a:solidFill>
                  <a:srgbClr val="000000"/>
                </a:solidFill>
                <a:latin typeface="Consolas" panose="020B0609020204030204" pitchFamily="49" charset="0"/>
              </a:rPr>
              <a:t>&lt;/contact-info&gt;</a:t>
            </a:r>
            <a:endParaRPr lang="en-US" dirty="0"/>
          </a:p>
        </p:txBody>
      </p:sp>
    </p:spTree>
    <p:extLst>
      <p:ext uri="{BB962C8B-B14F-4D97-AF65-F5344CB8AC3E}">
        <p14:creationId xmlns:p14="http://schemas.microsoft.com/office/powerpoint/2010/main" val="1178888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5CC948-E1AB-A732-9004-AF48DAE74F4E}"/>
              </a:ext>
            </a:extLst>
          </p:cNvPr>
          <p:cNvSpPr>
            <a:spLocks noGrp="1"/>
          </p:cNvSpPr>
          <p:nvPr>
            <p:ph type="title"/>
          </p:nvPr>
        </p:nvSpPr>
        <p:spPr>
          <a:xfrm>
            <a:off x="1219200" y="685800"/>
            <a:ext cx="9753600" cy="400110"/>
          </a:xfrm>
        </p:spPr>
        <p:txBody>
          <a:bodyPr/>
          <a:lstStyle/>
          <a:p>
            <a:r>
              <a:rPr lang="en-US" dirty="0"/>
              <a:t>Syntax Rules for XML Declaration</a:t>
            </a:r>
          </a:p>
        </p:txBody>
      </p:sp>
      <p:sp>
        <p:nvSpPr>
          <p:cNvPr id="5" name="TextBox 4">
            <a:extLst>
              <a:ext uri="{FF2B5EF4-FFF2-40B4-BE49-F238E27FC236}">
                <a16:creationId xmlns:a16="http://schemas.microsoft.com/office/drawing/2014/main" id="{CFB8145E-4B47-19B4-459E-C0ED73E2040D}"/>
              </a:ext>
            </a:extLst>
          </p:cNvPr>
          <p:cNvSpPr txBox="1"/>
          <p:nvPr/>
        </p:nvSpPr>
        <p:spPr>
          <a:xfrm>
            <a:off x="1066800" y="1570672"/>
            <a:ext cx="8534400" cy="1477328"/>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The XML declaration is case sensitive and must begin with "</a:t>
            </a:r>
            <a:r>
              <a:rPr lang="en-US" sz="1800" b="1" i="0" u="none" strike="noStrike" baseline="0" dirty="0">
                <a:solidFill>
                  <a:srgbClr val="000000"/>
                </a:solidFill>
                <a:latin typeface="Verdana" panose="020B0604030504040204" pitchFamily="34" charset="0"/>
              </a:rPr>
              <a:t>&lt;?xml&gt;</a:t>
            </a:r>
            <a:r>
              <a:rPr lang="en-US" sz="1800" b="0" i="0" u="none" strike="noStrike" baseline="0" dirty="0">
                <a:solidFill>
                  <a:srgbClr val="000000"/>
                </a:solidFill>
                <a:latin typeface="Verdana" panose="020B0604030504040204" pitchFamily="34" charset="0"/>
              </a:rPr>
              <a:t>" where "</a:t>
            </a:r>
            <a:r>
              <a:rPr lang="en-US" sz="1800" b="1" i="0" u="none" strike="noStrike" baseline="0" dirty="0">
                <a:solidFill>
                  <a:srgbClr val="000000"/>
                </a:solidFill>
                <a:latin typeface="Verdana" panose="020B0604030504040204" pitchFamily="34" charset="0"/>
              </a:rPr>
              <a:t>xml</a:t>
            </a:r>
            <a:r>
              <a:rPr lang="en-US" sz="1800" b="0" i="0" u="none" strike="noStrike" baseline="0" dirty="0">
                <a:solidFill>
                  <a:srgbClr val="000000"/>
                </a:solidFill>
                <a:latin typeface="Verdana" panose="020B0604030504040204" pitchFamily="34" charset="0"/>
              </a:rPr>
              <a:t>" is written in lower-case. </a:t>
            </a:r>
            <a:endParaRPr lang="en-US" sz="1800" b="0" i="0" u="none" strike="noStrike" baseline="0" dirty="0">
              <a:solidFill>
                <a:srgbClr val="000000"/>
              </a:solidFill>
              <a:latin typeface="Arial" panose="020B0604020202020204" pitchFamily="34" charset="0"/>
            </a:endParaRPr>
          </a:p>
          <a:p>
            <a:pPr marL="285750" indent="-285750">
              <a:buFont typeface="Arial" panose="020B0604020202020204" pitchFamily="34" charset="0"/>
              <a:buChar char="•"/>
            </a:pPr>
            <a:endParaRPr lang="en-US" sz="1800" b="0" i="0" u="none" strike="noStrike" baseline="0" dirty="0">
              <a:solidFill>
                <a:srgbClr val="000000"/>
              </a:solidFill>
              <a:latin typeface="Arial" panose="020B060402020202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If the document contains XML declaration, then it strictly needs to be the first statement of the XML document. </a:t>
            </a:r>
            <a:endParaRPr lang="en-US" sz="1800" b="0" i="0" u="none" strike="noStrike" baseline="0" dirty="0">
              <a:solidFill>
                <a:srgbClr val="000000"/>
              </a:solidFill>
              <a:latin typeface="Arial" panose="020B0604020202020204" pitchFamily="34" charset="0"/>
            </a:endParaRPr>
          </a:p>
        </p:txBody>
      </p:sp>
    </p:spTree>
    <p:extLst>
      <p:ext uri="{BB962C8B-B14F-4D97-AF65-F5344CB8AC3E}">
        <p14:creationId xmlns:p14="http://schemas.microsoft.com/office/powerpoint/2010/main" val="1405671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AABD0C-A4EE-2E9C-F210-3B5E13C6C47F}"/>
              </a:ext>
            </a:extLst>
          </p:cNvPr>
          <p:cNvSpPr>
            <a:spLocks noGrp="1"/>
          </p:cNvSpPr>
          <p:nvPr>
            <p:ph type="title"/>
          </p:nvPr>
        </p:nvSpPr>
        <p:spPr/>
        <p:txBody>
          <a:bodyPr/>
          <a:lstStyle/>
          <a:p>
            <a:r>
              <a:rPr lang="en-US" dirty="0"/>
              <a:t>Syntax for tags and elements (XHTML Rules)</a:t>
            </a:r>
          </a:p>
        </p:txBody>
      </p:sp>
      <p:sp>
        <p:nvSpPr>
          <p:cNvPr id="7" name="TextBox 6">
            <a:extLst>
              <a:ext uri="{FF2B5EF4-FFF2-40B4-BE49-F238E27FC236}">
                <a16:creationId xmlns:a16="http://schemas.microsoft.com/office/drawing/2014/main" id="{EF63D73C-AFEE-4A2B-48A7-54F7AA69FB25}"/>
              </a:ext>
            </a:extLst>
          </p:cNvPr>
          <p:cNvSpPr txBox="1"/>
          <p:nvPr/>
        </p:nvSpPr>
        <p:spPr>
          <a:xfrm>
            <a:off x="1219200" y="1676400"/>
            <a:ext cx="85344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Elements must be container elements or empty.</a:t>
            </a:r>
          </a:p>
          <a:p>
            <a:pPr marL="285750" indent="-285750">
              <a:buFont typeface="Arial" panose="020B0604020202020204" pitchFamily="34" charset="0"/>
              <a:buChar char="•"/>
            </a:pPr>
            <a:endParaRPr lang="en-US" dirty="0"/>
          </a:p>
          <a:p>
            <a:pPr lvl="1"/>
            <a:r>
              <a:rPr lang="en-US" dirty="0"/>
              <a:t>	</a:t>
            </a:r>
            <a:r>
              <a:rPr lang="en-US" sz="1600" dirty="0">
                <a:latin typeface="Consolas" panose="020B0609020204030204" pitchFamily="49" charset="0"/>
              </a:rPr>
              <a:t>&lt;element&gt; … &lt;/element&gt;</a:t>
            </a:r>
          </a:p>
          <a:p>
            <a:pPr lvl="1"/>
            <a:r>
              <a:rPr lang="en-US" sz="1600" dirty="0">
                <a:latin typeface="Consolas" panose="020B0609020204030204" pitchFamily="49" charset="0"/>
              </a:rPr>
              <a:t>	&lt;element/&gt;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Nested elements are last to open, first to close.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Each XML document may only have one root element.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Elements are case sensitive.</a:t>
            </a:r>
          </a:p>
          <a:p>
            <a:r>
              <a:rPr lang="en-US" dirty="0"/>
              <a:t>		</a:t>
            </a:r>
          </a:p>
          <a:p>
            <a:r>
              <a:rPr lang="en-US" dirty="0"/>
              <a:t>		</a:t>
            </a:r>
            <a:r>
              <a:rPr lang="en-US" sz="1600" dirty="0">
                <a:latin typeface="Consolas" panose="020B0609020204030204" pitchFamily="49" charset="0"/>
              </a:rPr>
              <a:t>&lt;name&gt; … &lt;/Name&gt;  </a:t>
            </a:r>
            <a:r>
              <a:rPr lang="en-US" sz="1600" dirty="0">
                <a:latin typeface="Consolas" panose="020B0609020204030204" pitchFamily="49" charset="0"/>
                <a:sym typeface="Wingdings" panose="05000000000000000000" pitchFamily="2" charset="2"/>
              </a:rPr>
              <a:t> Incorrect Syntax</a:t>
            </a:r>
            <a:endParaRPr lang="en-US" sz="1600" dirty="0">
              <a:latin typeface="Consolas" panose="020B0609020204030204" pitchFamily="49" charset="0"/>
            </a:endParaRPr>
          </a:p>
        </p:txBody>
      </p:sp>
    </p:spTree>
    <p:extLst>
      <p:ext uri="{BB962C8B-B14F-4D97-AF65-F5344CB8AC3E}">
        <p14:creationId xmlns:p14="http://schemas.microsoft.com/office/powerpoint/2010/main" val="3239189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0DC78A-E0DA-42F3-46DF-F3F70959003E}"/>
              </a:ext>
            </a:extLst>
          </p:cNvPr>
          <p:cNvSpPr>
            <a:spLocks noGrp="1"/>
          </p:cNvSpPr>
          <p:nvPr>
            <p:ph type="title"/>
          </p:nvPr>
        </p:nvSpPr>
        <p:spPr>
          <a:xfrm>
            <a:off x="457200" y="381000"/>
            <a:ext cx="9753600" cy="400110"/>
          </a:xfrm>
        </p:spPr>
        <p:txBody>
          <a:bodyPr/>
          <a:lstStyle/>
          <a:p>
            <a:r>
              <a:rPr lang="en-US" dirty="0"/>
              <a:t>XML Text</a:t>
            </a:r>
          </a:p>
        </p:txBody>
      </p:sp>
      <p:sp>
        <p:nvSpPr>
          <p:cNvPr id="5" name="TextBox 4">
            <a:extLst>
              <a:ext uri="{FF2B5EF4-FFF2-40B4-BE49-F238E27FC236}">
                <a16:creationId xmlns:a16="http://schemas.microsoft.com/office/drawing/2014/main" id="{AE18B8AA-AFC9-2FBE-AA5B-6E78A3F50C2E}"/>
              </a:ext>
            </a:extLst>
          </p:cNvPr>
          <p:cNvSpPr txBox="1"/>
          <p:nvPr/>
        </p:nvSpPr>
        <p:spPr>
          <a:xfrm>
            <a:off x="381000" y="887856"/>
            <a:ext cx="9677400" cy="5909310"/>
          </a:xfrm>
          <a:prstGeom prst="rect">
            <a:avLst/>
          </a:prstGeom>
          <a:noFill/>
        </p:spPr>
        <p:txBody>
          <a:bodyPr wrap="square">
            <a:spAutoFit/>
          </a:bodyPr>
          <a:lstStyle/>
          <a:p>
            <a:r>
              <a:rPr lang="en-US" sz="1800" b="0" i="0" u="none" strike="noStrike" baseline="0" dirty="0">
                <a:solidFill>
                  <a:srgbClr val="000000"/>
                </a:solidFill>
                <a:latin typeface="Verdana" panose="020B0604030504040204" pitchFamily="34" charset="0"/>
              </a:rPr>
              <a:t>The names of XML-elements and XML-attributes are case-sensitive, which means the name of start and end elements need to be written in the same case. To avoid character encoding problems, all XML files should be saved as Unicode UTF-8 or UTF-16 files. </a:t>
            </a:r>
          </a:p>
          <a:p>
            <a:endParaRPr lang="en-US" dirty="0">
              <a:solidFill>
                <a:srgbClr val="000000"/>
              </a:solidFill>
              <a:latin typeface="Verdana" panose="020B0604030504040204" pitchFamily="34" charset="0"/>
            </a:endParaRPr>
          </a:p>
          <a:p>
            <a:endParaRPr lang="en-US" sz="1800" b="0" i="0" u="none" strike="noStrike" baseline="0" dirty="0">
              <a:solidFill>
                <a:srgbClr val="000000"/>
              </a:solidFill>
              <a:latin typeface="Verdana" panose="020B0604030504040204" pitchFamily="34" charset="0"/>
            </a:endParaRPr>
          </a:p>
          <a:p>
            <a:r>
              <a:rPr lang="en-US" sz="1800" b="0" i="0" u="none" strike="noStrike" baseline="0" dirty="0">
                <a:solidFill>
                  <a:srgbClr val="000000"/>
                </a:solidFill>
                <a:latin typeface="Verdana" panose="020B0604030504040204" pitchFamily="34" charset="0"/>
              </a:rPr>
              <a:t>Whitespace characters like blanks, tabs and line-breaks between XML-elements and between the XML-attributes will be ignored.</a:t>
            </a:r>
          </a:p>
          <a:p>
            <a:endParaRPr lang="en-US" dirty="0">
              <a:solidFill>
                <a:srgbClr val="000000"/>
              </a:solidFill>
              <a:latin typeface="Verdana" panose="020B0604030504040204" pitchFamily="34" charset="0"/>
            </a:endParaRPr>
          </a:p>
          <a:p>
            <a:r>
              <a:rPr lang="en-US" sz="1800" b="0" i="0" u="none" strike="noStrike" baseline="0" dirty="0">
                <a:solidFill>
                  <a:srgbClr val="000000"/>
                </a:solidFill>
                <a:latin typeface="Verdana" panose="020B0604030504040204" pitchFamily="34" charset="0"/>
              </a:rPr>
              <a:t> </a:t>
            </a:r>
          </a:p>
          <a:p>
            <a:r>
              <a:rPr lang="en-US" sz="1800" b="0" i="0" u="none" strike="noStrike" baseline="0" dirty="0">
                <a:solidFill>
                  <a:srgbClr val="000000"/>
                </a:solidFill>
                <a:latin typeface="Verdana" panose="020B0604030504040204" pitchFamily="34" charset="0"/>
              </a:rPr>
              <a:t>Some characters are reserved by the XML syntax itself. Hence, they cannot be used directly. To use them, some replacement-entities are used, which are listed below: </a:t>
            </a:r>
          </a:p>
          <a:p>
            <a:endParaRPr lang="en-US" sz="1800" b="0" i="0" u="none" strike="noStrike" baseline="0" dirty="0">
              <a:solidFill>
                <a:srgbClr val="000000"/>
              </a:solidFill>
              <a:latin typeface="Verdana" panose="020B0604030504040204" pitchFamily="34" charset="0"/>
            </a:endParaRPr>
          </a:p>
          <a:p>
            <a:r>
              <a:rPr lang="en-US" sz="1800" b="1" i="0" u="none" strike="noStrike" baseline="0" dirty="0">
                <a:solidFill>
                  <a:srgbClr val="303030"/>
                </a:solidFill>
                <a:latin typeface="Verdana" panose="020B0604030504040204" pitchFamily="34" charset="0"/>
              </a:rPr>
              <a:t>Not Allowed Character </a:t>
            </a:r>
            <a:r>
              <a:rPr lang="en-US" sz="1800" b="0" i="0" u="none" strike="noStrike" baseline="0" dirty="0">
                <a:solidFill>
                  <a:srgbClr val="303030"/>
                </a:solidFill>
                <a:latin typeface="Verdana" panose="020B0604030504040204" pitchFamily="34" charset="0"/>
              </a:rPr>
              <a:t>	</a:t>
            </a:r>
            <a:r>
              <a:rPr lang="en-US" sz="1800" b="1" i="0" u="none" strike="noStrike" baseline="0" dirty="0">
                <a:solidFill>
                  <a:srgbClr val="303030"/>
                </a:solidFill>
                <a:latin typeface="Verdana" panose="020B0604030504040204" pitchFamily="34" charset="0"/>
              </a:rPr>
              <a:t>Replacement Entity </a:t>
            </a:r>
            <a:r>
              <a:rPr lang="en-US" sz="1800" b="0" i="0" u="none" strike="noStrike" baseline="0" dirty="0">
                <a:solidFill>
                  <a:srgbClr val="303030"/>
                </a:solidFill>
                <a:latin typeface="Verdana" panose="020B0604030504040204" pitchFamily="34" charset="0"/>
              </a:rPr>
              <a:t>	</a:t>
            </a:r>
            <a:r>
              <a:rPr lang="en-US" sz="1800" b="1" i="0" u="none" strike="noStrike" baseline="0" dirty="0">
                <a:solidFill>
                  <a:srgbClr val="303030"/>
                </a:solidFill>
                <a:latin typeface="Verdana" panose="020B0604030504040204" pitchFamily="34" charset="0"/>
              </a:rPr>
              <a:t>Character Description </a:t>
            </a:r>
            <a:r>
              <a:rPr lang="en-US" sz="1800" b="0" i="0" u="none" strike="noStrike" baseline="0" dirty="0">
                <a:solidFill>
                  <a:srgbClr val="303030"/>
                </a:solidFill>
                <a:latin typeface="Verdana" panose="020B0604030504040204" pitchFamily="34" charset="0"/>
              </a:rPr>
              <a:t>	</a:t>
            </a:r>
          </a:p>
          <a:p>
            <a:r>
              <a:rPr lang="en-US" sz="1800" b="1" i="0" u="none" strike="noStrike" baseline="0" dirty="0">
                <a:solidFill>
                  <a:srgbClr val="303030"/>
                </a:solidFill>
                <a:latin typeface="Verdana" panose="020B0604030504040204" pitchFamily="34" charset="0"/>
              </a:rPr>
              <a:t>			&lt; </a:t>
            </a:r>
            <a:r>
              <a:rPr lang="en-US" sz="1800" b="0" i="0" u="none" strike="noStrike" baseline="0" dirty="0">
                <a:solidFill>
                  <a:srgbClr val="303030"/>
                </a:solidFill>
                <a:latin typeface="Verdana" panose="020B0604030504040204" pitchFamily="34" charset="0"/>
              </a:rPr>
              <a:t>						&amp;</a:t>
            </a:r>
            <a:r>
              <a:rPr lang="en-US" sz="1800" b="0" i="0" u="none" strike="noStrike" baseline="0" dirty="0" err="1">
                <a:solidFill>
                  <a:srgbClr val="303030"/>
                </a:solidFill>
                <a:latin typeface="Verdana" panose="020B0604030504040204" pitchFamily="34" charset="0"/>
              </a:rPr>
              <a:t>lt</a:t>
            </a:r>
            <a:r>
              <a:rPr lang="en-US" sz="1800" b="0" i="0" u="none" strike="noStrike" baseline="0" dirty="0">
                <a:solidFill>
                  <a:srgbClr val="303030"/>
                </a:solidFill>
                <a:latin typeface="Verdana" panose="020B0604030504040204" pitchFamily="34" charset="0"/>
              </a:rPr>
              <a:t>; 					less than 	</a:t>
            </a:r>
          </a:p>
          <a:p>
            <a:r>
              <a:rPr lang="en-US" sz="1800" b="1" i="0" u="none" strike="noStrike" baseline="0" dirty="0">
                <a:solidFill>
                  <a:srgbClr val="303030"/>
                </a:solidFill>
                <a:latin typeface="Verdana" panose="020B0604030504040204" pitchFamily="34" charset="0"/>
              </a:rPr>
              <a:t>			&gt; </a:t>
            </a:r>
            <a:r>
              <a:rPr lang="en-US" sz="1800" b="0" i="0" u="none" strike="noStrike" baseline="0" dirty="0">
                <a:solidFill>
                  <a:srgbClr val="303030"/>
                </a:solidFill>
                <a:latin typeface="Verdana" panose="020B0604030504040204" pitchFamily="34" charset="0"/>
              </a:rPr>
              <a:t>						&amp;</a:t>
            </a:r>
            <a:r>
              <a:rPr lang="en-US" sz="1800" b="0" i="0" u="none" strike="noStrike" baseline="0" dirty="0" err="1">
                <a:solidFill>
                  <a:srgbClr val="303030"/>
                </a:solidFill>
                <a:latin typeface="Verdana" panose="020B0604030504040204" pitchFamily="34" charset="0"/>
              </a:rPr>
              <a:t>gt</a:t>
            </a:r>
            <a:r>
              <a:rPr lang="en-US" sz="1800" b="0" i="0" u="none" strike="noStrike" baseline="0" dirty="0">
                <a:solidFill>
                  <a:srgbClr val="303030"/>
                </a:solidFill>
                <a:latin typeface="Verdana" panose="020B0604030504040204" pitchFamily="34" charset="0"/>
              </a:rPr>
              <a:t>; 					greater than 	</a:t>
            </a:r>
          </a:p>
          <a:p>
            <a:r>
              <a:rPr lang="en-US" sz="1800" b="1" i="0" u="none" strike="noStrike" baseline="0" dirty="0">
                <a:solidFill>
                  <a:srgbClr val="303030"/>
                </a:solidFill>
                <a:latin typeface="Verdana" panose="020B0604030504040204" pitchFamily="34" charset="0"/>
              </a:rPr>
              <a:t>			&amp; </a:t>
            </a:r>
            <a:r>
              <a:rPr lang="en-US" sz="1800" b="0" i="0" u="none" strike="noStrike" baseline="0" dirty="0">
                <a:solidFill>
                  <a:srgbClr val="303030"/>
                </a:solidFill>
                <a:latin typeface="Verdana" panose="020B0604030504040204" pitchFamily="34" charset="0"/>
              </a:rPr>
              <a:t>						&amp;amp; 					ampersand 	</a:t>
            </a:r>
          </a:p>
          <a:p>
            <a:r>
              <a:rPr lang="en-US" sz="1800" b="1" i="0" u="none" strike="noStrike" baseline="0" dirty="0">
                <a:solidFill>
                  <a:srgbClr val="303030"/>
                </a:solidFill>
                <a:latin typeface="Verdana" panose="020B0604030504040204" pitchFamily="34" charset="0"/>
              </a:rPr>
              <a:t>			' </a:t>
            </a:r>
            <a:r>
              <a:rPr lang="en-US" sz="1800" b="0" i="0" u="none" strike="noStrike" baseline="0" dirty="0">
                <a:solidFill>
                  <a:srgbClr val="303030"/>
                </a:solidFill>
                <a:latin typeface="Verdana" panose="020B0604030504040204" pitchFamily="34" charset="0"/>
              </a:rPr>
              <a:t>						&amp;apos; 					apostrophe 	</a:t>
            </a:r>
          </a:p>
          <a:p>
            <a:r>
              <a:rPr lang="en-US" sz="1800" b="1" i="0" u="none" strike="noStrike" baseline="0" dirty="0">
                <a:solidFill>
                  <a:srgbClr val="303030"/>
                </a:solidFill>
                <a:latin typeface="Verdana" panose="020B0604030504040204" pitchFamily="34" charset="0"/>
              </a:rPr>
              <a:t>			" </a:t>
            </a:r>
            <a:r>
              <a:rPr lang="en-US" sz="1800" b="0" i="0" u="none" strike="noStrike" baseline="0" dirty="0">
                <a:solidFill>
                  <a:srgbClr val="303030"/>
                </a:solidFill>
                <a:latin typeface="Verdana" panose="020B0604030504040204" pitchFamily="34" charset="0"/>
              </a:rPr>
              <a:t>						&amp;</a:t>
            </a:r>
            <a:r>
              <a:rPr lang="en-US" sz="1800" b="0" i="0" u="none" strike="noStrike" baseline="0" dirty="0" err="1">
                <a:solidFill>
                  <a:srgbClr val="303030"/>
                </a:solidFill>
                <a:latin typeface="Verdana" panose="020B0604030504040204" pitchFamily="34" charset="0"/>
              </a:rPr>
              <a:t>quot</a:t>
            </a:r>
            <a:r>
              <a:rPr lang="en-US" sz="1800" b="0" i="0" u="none" strike="noStrike" baseline="0" dirty="0">
                <a:solidFill>
                  <a:srgbClr val="303030"/>
                </a:solidFill>
                <a:latin typeface="Verdana" panose="020B0604030504040204" pitchFamily="34" charset="0"/>
              </a:rPr>
              <a:t>; 					quotation mark 	</a:t>
            </a:r>
          </a:p>
          <a:p>
            <a:endParaRPr lang="en-US" sz="1800" b="0" i="0" u="none" strike="noStrike" baseline="0" dirty="0">
              <a:solidFill>
                <a:srgbClr val="303030"/>
              </a:solidFill>
              <a:latin typeface="Verdana" panose="020B0604030504040204" pitchFamily="34" charset="0"/>
            </a:endParaRPr>
          </a:p>
        </p:txBody>
      </p:sp>
    </p:spTree>
    <p:extLst>
      <p:ext uri="{BB962C8B-B14F-4D97-AF65-F5344CB8AC3E}">
        <p14:creationId xmlns:p14="http://schemas.microsoft.com/office/powerpoint/2010/main" val="2721604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16D54-DAF4-19BA-0252-C3736548C182}"/>
              </a:ext>
            </a:extLst>
          </p:cNvPr>
          <p:cNvSpPr>
            <a:spLocks noGrp="1"/>
          </p:cNvSpPr>
          <p:nvPr>
            <p:ph type="title"/>
          </p:nvPr>
        </p:nvSpPr>
        <p:spPr/>
        <p:txBody>
          <a:bodyPr/>
          <a:lstStyle/>
          <a:p>
            <a:r>
              <a:rPr lang="en-US" dirty="0"/>
              <a:t>Project: convert </a:t>
            </a:r>
            <a:r>
              <a:rPr lang="en-US" dirty="0" err="1"/>
              <a:t>json</a:t>
            </a:r>
            <a:r>
              <a:rPr lang="en-US" dirty="0"/>
              <a:t> to xml for states</a:t>
            </a:r>
          </a:p>
        </p:txBody>
      </p:sp>
      <p:sp>
        <p:nvSpPr>
          <p:cNvPr id="3" name="TextBox 2">
            <a:extLst>
              <a:ext uri="{FF2B5EF4-FFF2-40B4-BE49-F238E27FC236}">
                <a16:creationId xmlns:a16="http://schemas.microsoft.com/office/drawing/2014/main" id="{70F80BE1-B78D-4631-4CFD-ED0EF11F5B15}"/>
              </a:ext>
            </a:extLst>
          </p:cNvPr>
          <p:cNvSpPr txBox="1"/>
          <p:nvPr/>
        </p:nvSpPr>
        <p:spPr>
          <a:xfrm>
            <a:off x="1295400" y="2514600"/>
            <a:ext cx="7451784" cy="646331"/>
          </a:xfrm>
          <a:prstGeom prst="rect">
            <a:avLst/>
          </a:prstGeom>
          <a:noFill/>
        </p:spPr>
        <p:txBody>
          <a:bodyPr wrap="none" rtlCol="0">
            <a:spAutoFit/>
          </a:bodyPr>
          <a:lstStyle/>
          <a:p>
            <a:r>
              <a:rPr lang="en-US" dirty="0"/>
              <a:t>TO DO:  Create an xml file in the data directory and using the states format</a:t>
            </a:r>
          </a:p>
          <a:p>
            <a:r>
              <a:rPr lang="en-US" dirty="0"/>
              <a:t>	convert the JSON file to an xml file that we will parse for the next project</a:t>
            </a:r>
          </a:p>
        </p:txBody>
      </p:sp>
    </p:spTree>
    <p:extLst>
      <p:ext uri="{BB962C8B-B14F-4D97-AF65-F5344CB8AC3E}">
        <p14:creationId xmlns:p14="http://schemas.microsoft.com/office/powerpoint/2010/main" val="1901819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77B3-A700-6D5E-EBE6-EF57B21ADC8B}"/>
              </a:ext>
            </a:extLst>
          </p:cNvPr>
          <p:cNvSpPr>
            <a:spLocks noGrp="1"/>
          </p:cNvSpPr>
          <p:nvPr>
            <p:ph type="title"/>
          </p:nvPr>
        </p:nvSpPr>
        <p:spPr>
          <a:xfrm>
            <a:off x="990600" y="762000"/>
            <a:ext cx="9753600" cy="400110"/>
          </a:xfrm>
        </p:spPr>
        <p:txBody>
          <a:bodyPr/>
          <a:lstStyle/>
          <a:p>
            <a:r>
              <a:rPr lang="en-US" dirty="0"/>
              <a:t>ajax and xml</a:t>
            </a:r>
          </a:p>
        </p:txBody>
      </p:sp>
      <p:sp>
        <p:nvSpPr>
          <p:cNvPr id="4" name="TextBox 3">
            <a:extLst>
              <a:ext uri="{FF2B5EF4-FFF2-40B4-BE49-F238E27FC236}">
                <a16:creationId xmlns:a16="http://schemas.microsoft.com/office/drawing/2014/main" id="{38C02FBE-B7AA-6414-DCA4-DBD762A36F3F}"/>
              </a:ext>
            </a:extLst>
          </p:cNvPr>
          <p:cNvSpPr txBox="1"/>
          <p:nvPr/>
        </p:nvSpPr>
        <p:spPr>
          <a:xfrm>
            <a:off x="838200" y="1331792"/>
            <a:ext cx="8913412" cy="480131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var</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http_request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try</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http_request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new</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XMLHttpRequest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catch</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alert(</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"No response found at this time!"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return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http_request.open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"GET"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"XML FILE LOCATION"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false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http_request.send</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 NOPE var</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holdJSONObj</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JSON.parse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http_request.responseText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FF"/>
                </a:solidFill>
                <a:effectLst/>
                <a:highlight>
                  <a:srgbClr val="FFFF00"/>
                </a:highlight>
                <a:uLnTx/>
                <a:uFillTx/>
                <a:latin typeface="Consolas" panose="020B0609020204030204" pitchFamily="49" charset="0"/>
                <a:ea typeface="+mn-ea"/>
                <a:cs typeface="+mn-cs"/>
              </a:rPr>
              <a:t>var</a:t>
            </a:r>
            <a:r>
              <a:rPr kumimoji="0" lang="en-US"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holdXMLObj</a:t>
            </a:r>
            <a:r>
              <a:rPr kumimoji="0" lang="en-US"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http_request.responseXML</a:t>
            </a:r>
            <a:r>
              <a:rPr kumimoji="0" lang="en-US"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//do your logic</a:t>
            </a:r>
          </a:p>
        </p:txBody>
      </p:sp>
    </p:spTree>
    <p:extLst>
      <p:ext uri="{BB962C8B-B14F-4D97-AF65-F5344CB8AC3E}">
        <p14:creationId xmlns:p14="http://schemas.microsoft.com/office/powerpoint/2010/main" val="2885509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3B328-7CFC-1A05-861E-24AC40FF67CF}"/>
              </a:ext>
            </a:extLst>
          </p:cNvPr>
          <p:cNvSpPr>
            <a:spLocks noGrp="1"/>
          </p:cNvSpPr>
          <p:nvPr>
            <p:ph type="title"/>
          </p:nvPr>
        </p:nvSpPr>
        <p:spPr/>
        <p:txBody>
          <a:bodyPr/>
          <a:lstStyle/>
          <a:p>
            <a:r>
              <a:rPr lang="en-US" dirty="0"/>
              <a:t>how to parse xml in </a:t>
            </a:r>
            <a:r>
              <a:rPr lang="en-US" dirty="0" err="1"/>
              <a:t>javascript</a:t>
            </a:r>
            <a:endParaRPr lang="en-US" dirty="0"/>
          </a:p>
        </p:txBody>
      </p:sp>
      <p:sp>
        <p:nvSpPr>
          <p:cNvPr id="4" name="TextBox 3">
            <a:extLst>
              <a:ext uri="{FF2B5EF4-FFF2-40B4-BE49-F238E27FC236}">
                <a16:creationId xmlns:a16="http://schemas.microsoft.com/office/drawing/2014/main" id="{03DBE6B6-474E-D77A-07C8-46195D837A4C}"/>
              </a:ext>
            </a:extLst>
          </p:cNvPr>
          <p:cNvSpPr txBox="1"/>
          <p:nvPr/>
        </p:nvSpPr>
        <p:spPr>
          <a:xfrm>
            <a:off x="533400" y="5562600"/>
            <a:ext cx="9220200" cy="369332"/>
          </a:xfrm>
          <a:prstGeom prst="rect">
            <a:avLst/>
          </a:prstGeom>
          <a:noFill/>
        </p:spPr>
        <p:txBody>
          <a:bodyPr wrap="square">
            <a:spAutoFit/>
          </a:bodyPr>
          <a:lstStyle/>
          <a:p>
            <a:r>
              <a:rPr lang="en-US" dirty="0"/>
              <a:t>https://developer.mozilla.org/en-US/docs/Web/API/XMLHttpRequest/responseXML</a:t>
            </a:r>
          </a:p>
        </p:txBody>
      </p:sp>
      <p:sp>
        <p:nvSpPr>
          <p:cNvPr id="6" name="TextBox 5">
            <a:extLst>
              <a:ext uri="{FF2B5EF4-FFF2-40B4-BE49-F238E27FC236}">
                <a16:creationId xmlns:a16="http://schemas.microsoft.com/office/drawing/2014/main" id="{0FC9C876-F88D-43DC-9C60-CC763A58DF8F}"/>
              </a:ext>
            </a:extLst>
          </p:cNvPr>
          <p:cNvSpPr txBox="1"/>
          <p:nvPr/>
        </p:nvSpPr>
        <p:spPr>
          <a:xfrm>
            <a:off x="304800" y="1676400"/>
            <a:ext cx="10058400" cy="2585323"/>
          </a:xfrm>
          <a:prstGeom prst="rect">
            <a:avLst/>
          </a:prstGeom>
          <a:noFill/>
        </p:spPr>
        <p:txBody>
          <a:bodyPr wrap="square">
            <a:spAutoFit/>
          </a:bodyPr>
          <a:lstStyle/>
          <a:p>
            <a:r>
              <a:rPr lang="en-US" b="1" dirty="0">
                <a:solidFill>
                  <a:srgbClr val="008000"/>
                </a:solidFill>
                <a:effectLst/>
                <a:latin typeface="Consolas" panose="020B0609020204030204" pitchFamily="49" charset="0"/>
              </a:rPr>
              <a:t>Alternate syntax:</a:t>
            </a:r>
          </a:p>
          <a:p>
            <a:endParaRPr lang="en-US" b="0" dirty="0">
              <a:solidFill>
                <a:srgbClr val="008000"/>
              </a:solidFill>
              <a:effectLst/>
              <a:latin typeface="Consolas" panose="020B0609020204030204" pitchFamily="49" charset="0"/>
            </a:endParaRPr>
          </a:p>
          <a:p>
            <a:r>
              <a:rPr lang="en-US" b="0" dirty="0">
                <a:solidFill>
                  <a:srgbClr val="008000"/>
                </a:solidFill>
                <a:effectLst/>
                <a:latin typeface="Consolas" panose="020B0609020204030204" pitchFamily="49" charset="0"/>
              </a:rPr>
              <a:t>const parser = new </a:t>
            </a:r>
            <a:r>
              <a:rPr lang="en-US" b="0" dirty="0" err="1">
                <a:solidFill>
                  <a:srgbClr val="008000"/>
                </a:solidFill>
                <a:effectLst/>
                <a:latin typeface="Consolas" panose="020B0609020204030204" pitchFamily="49" charset="0"/>
              </a:rPr>
              <a:t>DOMParser</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r>
              <a:rPr lang="en-US" b="0" dirty="0">
                <a:solidFill>
                  <a:srgbClr val="008000"/>
                </a:solidFill>
                <a:effectLst/>
                <a:latin typeface="Consolas" panose="020B0609020204030204" pitchFamily="49" charset="0"/>
              </a:rPr>
              <a:t>const </a:t>
            </a:r>
            <a:r>
              <a:rPr kumimoji="0" lang="en-US" sz="18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holdXMLObj</a:t>
            </a:r>
            <a:r>
              <a:rPr lang="en-US" b="0" dirty="0">
                <a:solidFill>
                  <a:srgbClr val="008000"/>
                </a:solidFill>
                <a:effectLst/>
                <a:latin typeface="Consolas" panose="020B0609020204030204" pitchFamily="49" charset="0"/>
              </a:rPr>
              <a:t> = </a:t>
            </a:r>
            <a:r>
              <a:rPr lang="en-US" b="0" dirty="0" err="1">
                <a:solidFill>
                  <a:srgbClr val="008000"/>
                </a:solidFill>
                <a:effectLst/>
                <a:latin typeface="Consolas" panose="020B0609020204030204" pitchFamily="49" charset="0"/>
              </a:rPr>
              <a:t>parser.parseFromString</a:t>
            </a:r>
            <a:r>
              <a:rPr lang="en-US" b="0" dirty="0">
                <a:solidFill>
                  <a:srgbClr val="008000"/>
                </a:solidFill>
                <a:effectLst/>
                <a:latin typeface="Consolas" panose="020B0609020204030204" pitchFamily="49" charset="0"/>
              </a:rPr>
              <a:t>(</a:t>
            </a:r>
            <a:r>
              <a:rPr lang="en-US" b="0" dirty="0" err="1">
                <a:solidFill>
                  <a:srgbClr val="008000"/>
                </a:solidFill>
                <a:effectLst/>
                <a:latin typeface="Consolas" panose="020B0609020204030204" pitchFamily="49" charset="0"/>
              </a:rPr>
              <a:t>xhttp.responseText</a:t>
            </a:r>
            <a:r>
              <a:rPr lang="en-US" b="0" dirty="0">
                <a:solidFill>
                  <a:srgbClr val="008000"/>
                </a:solidFill>
                <a:effectLst/>
                <a:latin typeface="Consolas" panose="020B0609020204030204" pitchFamily="49" charset="0"/>
              </a:rPr>
              <a:t>, "text/xml");</a:t>
            </a:r>
          </a:p>
          <a:p>
            <a:endParaRPr lang="en-US" dirty="0">
              <a:solidFill>
                <a:srgbClr val="008000"/>
              </a:solidFill>
              <a:latin typeface="Consolas" panose="020B0609020204030204" pitchFamily="49" charset="0"/>
            </a:endParaRPr>
          </a:p>
          <a:p>
            <a:r>
              <a:rPr lang="en-US" dirty="0">
                <a:solidFill>
                  <a:srgbClr val="008000"/>
                </a:solidFill>
                <a:latin typeface="Consolas" panose="020B0609020204030204" pitchFamily="49" charset="0"/>
              </a:rPr>
              <a:t>vs</a:t>
            </a:r>
          </a:p>
          <a:p>
            <a:endParaRPr lang="en-US" dirty="0">
              <a:solidFill>
                <a:srgbClr val="008000"/>
              </a:solidFill>
              <a:latin typeface="Consolas" panose="020B0609020204030204" pitchFamily="49" charset="0"/>
            </a:endParaRPr>
          </a:p>
          <a:p>
            <a:r>
              <a:rPr kumimoji="0" lang="en-US" sz="1800" b="0" i="0" u="none" strike="noStrike" kern="1200" cap="none" spc="0" normalizeH="0" baseline="0" noProof="0" dirty="0">
                <a:ln>
                  <a:noFill/>
                </a:ln>
                <a:solidFill>
                  <a:srgbClr val="0000FF"/>
                </a:solidFill>
                <a:effectLst/>
                <a:highlight>
                  <a:srgbClr val="FFFF00"/>
                </a:highlight>
                <a:uLnTx/>
                <a:uFillTx/>
                <a:latin typeface="Consolas" panose="020B0609020204030204" pitchFamily="49" charset="0"/>
                <a:ea typeface="+mn-ea"/>
                <a:cs typeface="+mn-cs"/>
              </a:rPr>
              <a:t>var</a:t>
            </a:r>
            <a:r>
              <a:rPr kumimoji="0" lang="en-US"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US" sz="18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holdXMLObj</a:t>
            </a:r>
            <a:r>
              <a:rPr kumimoji="0" lang="en-US"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 </a:t>
            </a:r>
            <a:r>
              <a:rPr kumimoji="0" lang="en-US" sz="1800" b="0" i="0" u="none" strike="noStrike" kern="1200" cap="none" spc="0" normalizeH="0" baseline="0" noProof="0" dirty="0" err="1">
                <a:ln>
                  <a:noFill/>
                </a:ln>
                <a:solidFill>
                  <a:srgbClr val="000000"/>
                </a:solidFill>
                <a:effectLst/>
                <a:highlight>
                  <a:srgbClr val="FFFF00"/>
                </a:highlight>
                <a:uLnTx/>
                <a:uFillTx/>
                <a:latin typeface="Consolas" panose="020B0609020204030204" pitchFamily="49" charset="0"/>
                <a:ea typeface="+mn-ea"/>
                <a:cs typeface="+mn-cs"/>
              </a:rPr>
              <a:t>http_request.responseXML</a:t>
            </a:r>
            <a:r>
              <a:rPr kumimoji="0" lang="en-US"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a:t>
            </a:r>
          </a:p>
          <a:p>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055643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01F2A-BD1A-B011-DF69-245D16B94224}"/>
              </a:ext>
            </a:extLst>
          </p:cNvPr>
          <p:cNvSpPr>
            <a:spLocks noGrp="1"/>
          </p:cNvSpPr>
          <p:nvPr>
            <p:ph type="title"/>
          </p:nvPr>
        </p:nvSpPr>
        <p:spPr/>
        <p:txBody>
          <a:bodyPr/>
          <a:lstStyle/>
          <a:p>
            <a:r>
              <a:rPr lang="en-US" dirty="0"/>
              <a:t>convert in class project with states to parsed xml </a:t>
            </a:r>
          </a:p>
        </p:txBody>
      </p:sp>
      <p:sp>
        <p:nvSpPr>
          <p:cNvPr id="4" name="TextBox 3">
            <a:extLst>
              <a:ext uri="{FF2B5EF4-FFF2-40B4-BE49-F238E27FC236}">
                <a16:creationId xmlns:a16="http://schemas.microsoft.com/office/drawing/2014/main" id="{B671855A-A7AA-7F85-800B-4881D7218021}"/>
              </a:ext>
            </a:extLst>
          </p:cNvPr>
          <p:cNvSpPr txBox="1"/>
          <p:nvPr/>
        </p:nvSpPr>
        <p:spPr>
          <a:xfrm>
            <a:off x="685800" y="6031468"/>
            <a:ext cx="8227612" cy="369332"/>
          </a:xfrm>
          <a:prstGeom prst="rect">
            <a:avLst/>
          </a:prstGeom>
          <a:noFill/>
        </p:spPr>
        <p:txBody>
          <a:bodyPr wrap="square">
            <a:spAutoFit/>
          </a:bodyPr>
          <a:lstStyle/>
          <a:p>
            <a:r>
              <a:rPr lang="en-US" dirty="0"/>
              <a:t>https://www.w3schools.com/xml/met_document_getelementsbytagname.asp</a:t>
            </a:r>
          </a:p>
        </p:txBody>
      </p:sp>
      <p:sp>
        <p:nvSpPr>
          <p:cNvPr id="6" name="TextBox 5">
            <a:extLst>
              <a:ext uri="{FF2B5EF4-FFF2-40B4-BE49-F238E27FC236}">
                <a16:creationId xmlns:a16="http://schemas.microsoft.com/office/drawing/2014/main" id="{04245D3A-F2E5-7F6D-7A32-874928DFAB03}"/>
              </a:ext>
            </a:extLst>
          </p:cNvPr>
          <p:cNvSpPr txBox="1"/>
          <p:nvPr/>
        </p:nvSpPr>
        <p:spPr>
          <a:xfrm>
            <a:off x="237877" y="1635085"/>
            <a:ext cx="10744200" cy="3847207"/>
          </a:xfrm>
          <a:prstGeom prst="rect">
            <a:avLst/>
          </a:prstGeom>
          <a:noFill/>
        </p:spPr>
        <p:txBody>
          <a:bodyPr wrap="square">
            <a:spAutoFit/>
          </a:bodyPr>
          <a:lstStyle/>
          <a:p>
            <a:r>
              <a:rPr lang="en-US" sz="1600" b="0" i="0" dirty="0">
                <a:solidFill>
                  <a:srgbClr val="0000CD"/>
                </a:solidFill>
                <a:effectLst/>
                <a:latin typeface="Consolas" panose="020B0609020204030204" pitchFamily="49" charset="0"/>
              </a:rPr>
              <a:t>var</a:t>
            </a:r>
            <a:r>
              <a:rPr lang="en-US" sz="1600" b="0" i="0" dirty="0">
                <a:solidFill>
                  <a:srgbClr val="000000"/>
                </a:solidFill>
                <a:effectLst/>
                <a:latin typeface="Consolas" panose="020B0609020204030204" pitchFamily="49" charset="0"/>
              </a:rPr>
              <a:t> </a:t>
            </a:r>
            <a:r>
              <a:rPr lang="en-US" sz="1600" b="0" i="0" dirty="0" err="1">
                <a:solidFill>
                  <a:srgbClr val="000000"/>
                </a:solidFill>
                <a:effectLst/>
                <a:latin typeface="Consolas" panose="020B0609020204030204" pitchFamily="49" charset="0"/>
              </a:rPr>
              <a:t>xhttp</a:t>
            </a:r>
            <a:r>
              <a:rPr lang="en-US" sz="1600" b="0" i="0" dirty="0">
                <a:solidFill>
                  <a:srgbClr val="000000"/>
                </a:solidFill>
                <a:effectLst/>
                <a:latin typeface="Consolas" panose="020B0609020204030204" pitchFamily="49" charset="0"/>
              </a:rPr>
              <a:t> = </a:t>
            </a:r>
            <a:r>
              <a:rPr lang="en-US" sz="1600" b="0" i="0" dirty="0">
                <a:solidFill>
                  <a:srgbClr val="0000CD"/>
                </a:solidFill>
                <a:effectLst/>
                <a:latin typeface="Consolas" panose="020B0609020204030204" pitchFamily="49" charset="0"/>
              </a:rPr>
              <a:t>new</a:t>
            </a:r>
            <a:r>
              <a:rPr lang="en-US" sz="1600" b="0" i="0" dirty="0">
                <a:solidFill>
                  <a:srgbClr val="000000"/>
                </a:solidFill>
                <a:effectLst/>
                <a:latin typeface="Consolas" panose="020B0609020204030204" pitchFamily="49" charset="0"/>
              </a:rPr>
              <a:t> </a:t>
            </a:r>
            <a:r>
              <a:rPr lang="en-US" sz="1600" b="0" i="0" dirty="0" err="1">
                <a:solidFill>
                  <a:srgbClr val="000000"/>
                </a:solidFill>
                <a:effectLst/>
                <a:latin typeface="Consolas" panose="020B0609020204030204" pitchFamily="49" charset="0"/>
              </a:rPr>
              <a:t>XMLHttpRequest</a:t>
            </a:r>
            <a:r>
              <a:rPr lang="en-US" sz="1600" b="0" i="0" dirty="0">
                <a:solidFill>
                  <a:srgbClr val="000000"/>
                </a:solidFill>
                <a:effectLst/>
                <a:latin typeface="Consolas" panose="020B0609020204030204" pitchFamily="49" charset="0"/>
              </a:rPr>
              <a:t>();</a:t>
            </a:r>
            <a:br>
              <a:rPr lang="en-US" sz="1600" dirty="0"/>
            </a:br>
            <a:r>
              <a:rPr lang="en-US" sz="1600" b="0" i="0" dirty="0" err="1">
                <a:solidFill>
                  <a:srgbClr val="000000"/>
                </a:solidFill>
                <a:effectLst/>
                <a:latin typeface="Consolas" panose="020B0609020204030204" pitchFamily="49" charset="0"/>
              </a:rPr>
              <a:t>xhttp.onreadystatechange</a:t>
            </a:r>
            <a:r>
              <a:rPr lang="en-US" sz="1600" b="0" i="0" dirty="0">
                <a:solidFill>
                  <a:srgbClr val="000000"/>
                </a:solidFill>
                <a:effectLst/>
                <a:latin typeface="Consolas" panose="020B0609020204030204" pitchFamily="49" charset="0"/>
              </a:rPr>
              <a:t> = </a:t>
            </a:r>
            <a:r>
              <a:rPr lang="en-US" sz="1600" b="0" i="0" dirty="0">
                <a:solidFill>
                  <a:srgbClr val="0000CD"/>
                </a:solidFill>
                <a:effectLst/>
                <a:latin typeface="Consolas" panose="020B0609020204030204" pitchFamily="49" charset="0"/>
              </a:rPr>
              <a:t>function</a:t>
            </a:r>
            <a:r>
              <a:rPr lang="en-US" sz="1600" b="0" i="0" dirty="0">
                <a:solidFill>
                  <a:srgbClr val="000000"/>
                </a:solidFill>
                <a:effectLst/>
                <a:latin typeface="Consolas" panose="020B0609020204030204" pitchFamily="49" charset="0"/>
              </a:rPr>
              <a:t>() {</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if</a:t>
            </a:r>
            <a:r>
              <a:rPr lang="en-US" sz="1600" b="0" i="0" dirty="0">
                <a:solidFill>
                  <a:srgbClr val="000000"/>
                </a:solidFill>
                <a:effectLst/>
                <a:latin typeface="Consolas" panose="020B0609020204030204" pitchFamily="49" charset="0"/>
              </a:rPr>
              <a:t> (</a:t>
            </a:r>
            <a:r>
              <a:rPr lang="en-US" sz="1600" b="0" i="0" dirty="0" err="1">
                <a:solidFill>
                  <a:srgbClr val="0000CD"/>
                </a:solidFill>
                <a:effectLst/>
                <a:latin typeface="Consolas" panose="020B0609020204030204" pitchFamily="49" charset="0"/>
              </a:rPr>
              <a:t>this</a:t>
            </a:r>
            <a:r>
              <a:rPr lang="en-US" sz="1600" b="0" i="0" dirty="0" err="1">
                <a:solidFill>
                  <a:srgbClr val="000000"/>
                </a:solidFill>
                <a:effectLst/>
                <a:latin typeface="Consolas" panose="020B0609020204030204" pitchFamily="49" charset="0"/>
              </a:rPr>
              <a:t>.readyState</a:t>
            </a:r>
            <a:r>
              <a:rPr lang="en-US" sz="1600" b="0" i="0" dirty="0">
                <a:solidFill>
                  <a:srgbClr val="000000"/>
                </a:solidFill>
                <a:effectLst/>
                <a:latin typeface="Consolas" panose="020B0609020204030204" pitchFamily="49" charset="0"/>
              </a:rPr>
              <a:t> == </a:t>
            </a:r>
            <a:r>
              <a:rPr lang="en-US" sz="1600" b="0" i="0" dirty="0">
                <a:solidFill>
                  <a:srgbClr val="FF0000"/>
                </a:solidFill>
                <a:effectLst/>
                <a:latin typeface="Consolas" panose="020B0609020204030204" pitchFamily="49" charset="0"/>
              </a:rPr>
              <a:t>4</a:t>
            </a:r>
            <a:r>
              <a:rPr lang="en-US" sz="1600" b="0" i="0" dirty="0">
                <a:solidFill>
                  <a:srgbClr val="000000"/>
                </a:solidFill>
                <a:effectLst/>
                <a:latin typeface="Consolas" panose="020B0609020204030204" pitchFamily="49" charset="0"/>
              </a:rPr>
              <a:t> &amp;&amp; </a:t>
            </a:r>
            <a:r>
              <a:rPr lang="en-US" sz="1600" b="0" i="0" dirty="0" err="1">
                <a:solidFill>
                  <a:srgbClr val="0000CD"/>
                </a:solidFill>
                <a:effectLst/>
                <a:latin typeface="Consolas" panose="020B0609020204030204" pitchFamily="49" charset="0"/>
              </a:rPr>
              <a:t>this</a:t>
            </a:r>
            <a:r>
              <a:rPr lang="en-US" sz="1600" b="0" i="0" dirty="0" err="1">
                <a:solidFill>
                  <a:srgbClr val="000000"/>
                </a:solidFill>
                <a:effectLst/>
                <a:latin typeface="Consolas" panose="020B0609020204030204" pitchFamily="49" charset="0"/>
              </a:rPr>
              <a:t>.status</a:t>
            </a:r>
            <a:r>
              <a:rPr lang="en-US" sz="1600" b="0" i="0" dirty="0">
                <a:solidFill>
                  <a:srgbClr val="000000"/>
                </a:solidFill>
                <a:effectLst/>
                <a:latin typeface="Consolas" panose="020B0609020204030204" pitchFamily="49" charset="0"/>
              </a:rPr>
              <a:t> == </a:t>
            </a:r>
            <a:r>
              <a:rPr lang="en-US" sz="1600" b="0" i="0" dirty="0">
                <a:solidFill>
                  <a:srgbClr val="FF0000"/>
                </a:solidFill>
                <a:effectLst/>
                <a:latin typeface="Consolas" panose="020B0609020204030204" pitchFamily="49" charset="0"/>
              </a:rPr>
              <a:t>200</a:t>
            </a:r>
            <a:r>
              <a:rPr lang="en-US" sz="1600" b="0" i="0" dirty="0">
                <a:solidFill>
                  <a:srgbClr val="000000"/>
                </a:solidFill>
                <a:effectLst/>
                <a:latin typeface="Consolas" panose="020B0609020204030204" pitchFamily="49" charset="0"/>
              </a:rPr>
              <a:t>) {</a:t>
            </a:r>
            <a:br>
              <a:rPr lang="en-US" sz="1600" dirty="0"/>
            </a:br>
            <a:r>
              <a:rPr lang="en-US" sz="1600" b="0" i="0" dirty="0">
                <a:solidFill>
                  <a:srgbClr val="000000"/>
                </a:solidFill>
                <a:effectLst/>
                <a:latin typeface="Consolas" panose="020B0609020204030204" pitchFamily="49" charset="0"/>
              </a:rPr>
              <a:t>       </a:t>
            </a:r>
            <a:r>
              <a:rPr lang="en-US" sz="1600" b="0" i="0" dirty="0" err="1">
                <a:solidFill>
                  <a:srgbClr val="000000"/>
                </a:solidFill>
                <a:effectLst/>
                <a:latin typeface="Consolas" panose="020B0609020204030204" pitchFamily="49" charset="0"/>
              </a:rPr>
              <a:t>myFunction</a:t>
            </a:r>
            <a:r>
              <a:rPr lang="en-US" sz="1600" b="0" i="0" dirty="0">
                <a:solidFill>
                  <a:srgbClr val="000000"/>
                </a:solidFill>
                <a:effectLst/>
                <a:latin typeface="Consolas" panose="020B0609020204030204" pitchFamily="49" charset="0"/>
              </a:rPr>
              <a:t>(</a:t>
            </a:r>
            <a:r>
              <a:rPr lang="en-US" sz="1600" b="0" i="0" dirty="0">
                <a:solidFill>
                  <a:srgbClr val="0000CD"/>
                </a:solidFill>
                <a:effectLst/>
                <a:latin typeface="Consolas" panose="020B0609020204030204" pitchFamily="49" charset="0"/>
              </a:rPr>
              <a:t>this</a:t>
            </a:r>
            <a:r>
              <a:rPr lang="en-US" sz="1600" b="0" i="0" dirty="0">
                <a:solidFill>
                  <a:srgbClr val="000000"/>
                </a:solidFill>
                <a:effectLst/>
                <a:latin typeface="Consolas" panose="020B0609020204030204" pitchFamily="49" charset="0"/>
              </a:rPr>
              <a:t>);</a:t>
            </a:r>
            <a:br>
              <a:rPr lang="en-US" sz="1600" dirty="0"/>
            </a:br>
            <a:r>
              <a:rPr lang="en-US" sz="1600" b="0" i="0" dirty="0">
                <a:solidFill>
                  <a:srgbClr val="000000"/>
                </a:solidFill>
                <a:effectLst/>
                <a:latin typeface="Consolas" panose="020B0609020204030204" pitchFamily="49" charset="0"/>
              </a:rPr>
              <a:t>   }</a:t>
            </a:r>
            <a:br>
              <a:rPr lang="en-US" sz="1600" dirty="0"/>
            </a:br>
            <a:r>
              <a:rPr lang="en-US" sz="1600" b="0" i="0" dirty="0">
                <a:solidFill>
                  <a:srgbClr val="000000"/>
                </a:solidFill>
                <a:effectLst/>
                <a:latin typeface="Consolas" panose="020B0609020204030204" pitchFamily="49" charset="0"/>
              </a:rPr>
              <a:t>};</a:t>
            </a:r>
            <a:br>
              <a:rPr lang="en-US" sz="1600" dirty="0"/>
            </a:br>
            <a:r>
              <a:rPr lang="en-US" sz="1600" b="0" i="0" dirty="0" err="1">
                <a:solidFill>
                  <a:srgbClr val="000000"/>
                </a:solidFill>
                <a:effectLst/>
                <a:latin typeface="Consolas" panose="020B0609020204030204" pitchFamily="49" charset="0"/>
              </a:rPr>
              <a:t>xhttp.open</a:t>
            </a:r>
            <a:r>
              <a:rPr lang="en-US" sz="1600" b="0" i="0" dirty="0">
                <a:solidFill>
                  <a:srgbClr val="000000"/>
                </a:solidFill>
                <a:effectLst/>
                <a:latin typeface="Consolas" panose="020B0609020204030204" pitchFamily="49" charset="0"/>
              </a:rPr>
              <a:t>(</a:t>
            </a:r>
            <a:r>
              <a:rPr lang="en-US" sz="1600" b="0" i="0" dirty="0">
                <a:solidFill>
                  <a:srgbClr val="A52A2A"/>
                </a:solidFill>
                <a:effectLst/>
                <a:latin typeface="Consolas" panose="020B0609020204030204" pitchFamily="49" charset="0"/>
              </a:rPr>
              <a:t>"GET"</a:t>
            </a:r>
            <a:r>
              <a:rPr lang="en-US" sz="1600" b="0" i="0" dirty="0">
                <a:solidFill>
                  <a:srgbClr val="000000"/>
                </a:solidFill>
                <a:effectLst/>
                <a:latin typeface="Consolas" panose="020B0609020204030204" pitchFamily="49" charset="0"/>
              </a:rPr>
              <a:t>, </a:t>
            </a:r>
            <a:r>
              <a:rPr lang="en-US" sz="1600" b="0" i="0" dirty="0">
                <a:solidFill>
                  <a:srgbClr val="A52A2A"/>
                </a:solidFill>
                <a:effectLst/>
                <a:latin typeface="Consolas" panose="020B0609020204030204" pitchFamily="49" charset="0"/>
              </a:rPr>
              <a:t>"XML FILE"</a:t>
            </a: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true</a:t>
            </a:r>
            <a:r>
              <a:rPr lang="en-US" sz="1600" b="0" i="0" dirty="0">
                <a:solidFill>
                  <a:srgbClr val="000000"/>
                </a:solidFill>
                <a:effectLst/>
                <a:latin typeface="Consolas" panose="020B0609020204030204" pitchFamily="49" charset="0"/>
              </a:rPr>
              <a:t>);</a:t>
            </a:r>
            <a:br>
              <a:rPr lang="en-US" sz="1600" dirty="0"/>
            </a:br>
            <a:r>
              <a:rPr lang="en-US" sz="1600" b="0" i="0" dirty="0" err="1">
                <a:solidFill>
                  <a:srgbClr val="000000"/>
                </a:solidFill>
                <a:effectLst/>
                <a:latin typeface="Consolas" panose="020B0609020204030204" pitchFamily="49" charset="0"/>
              </a:rPr>
              <a:t>xhttp.send</a:t>
            </a:r>
            <a:r>
              <a:rPr lang="en-US" sz="1600" b="0" i="0" dirty="0">
                <a:solidFill>
                  <a:srgbClr val="000000"/>
                </a:solidFill>
                <a:effectLst/>
                <a:latin typeface="Consolas" panose="020B0609020204030204" pitchFamily="49" charset="0"/>
              </a:rPr>
              <a:t>();</a:t>
            </a:r>
            <a:br>
              <a:rPr lang="en-US" sz="1600" dirty="0"/>
            </a:br>
            <a:br>
              <a:rPr lang="en-US" sz="1600" dirty="0"/>
            </a:br>
            <a:r>
              <a:rPr lang="en-US" sz="1600" b="0" i="0" dirty="0">
                <a:solidFill>
                  <a:srgbClr val="0000CD"/>
                </a:solidFill>
                <a:effectLst/>
                <a:latin typeface="Consolas" panose="020B0609020204030204" pitchFamily="49" charset="0"/>
              </a:rPr>
              <a:t>function</a:t>
            </a:r>
            <a:r>
              <a:rPr lang="en-US" sz="1600" b="0" i="0" dirty="0">
                <a:solidFill>
                  <a:srgbClr val="000000"/>
                </a:solidFill>
                <a:effectLst/>
                <a:latin typeface="Consolas" panose="020B0609020204030204" pitchFamily="49" charset="0"/>
              </a:rPr>
              <a:t> </a:t>
            </a:r>
            <a:r>
              <a:rPr lang="en-US" sz="1600" b="0" i="0" dirty="0" err="1">
                <a:solidFill>
                  <a:srgbClr val="000000"/>
                </a:solidFill>
                <a:effectLst/>
                <a:latin typeface="Consolas" panose="020B0609020204030204" pitchFamily="49" charset="0"/>
              </a:rPr>
              <a:t>myFunction</a:t>
            </a:r>
            <a:r>
              <a:rPr lang="en-US" sz="1600" b="0" i="0" dirty="0">
                <a:solidFill>
                  <a:srgbClr val="000000"/>
                </a:solidFill>
                <a:effectLst/>
                <a:latin typeface="Consolas" panose="020B0609020204030204" pitchFamily="49" charset="0"/>
              </a:rPr>
              <a:t>(xml) {</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var</a:t>
            </a:r>
            <a:r>
              <a:rPr lang="en-US" sz="1600" b="0" i="0" dirty="0">
                <a:solidFill>
                  <a:srgbClr val="000000"/>
                </a:solidFill>
                <a:effectLst/>
                <a:latin typeface="Consolas" panose="020B0609020204030204" pitchFamily="49" charset="0"/>
              </a:rPr>
              <a:t> </a:t>
            </a:r>
            <a:r>
              <a:rPr lang="en-US" sz="1600" b="0" i="0" dirty="0" err="1">
                <a:solidFill>
                  <a:srgbClr val="000000"/>
                </a:solidFill>
                <a:effectLst/>
                <a:latin typeface="Consolas" panose="020B0609020204030204" pitchFamily="49" charset="0"/>
              </a:rPr>
              <a:t>xmlDoc</a:t>
            </a:r>
            <a:r>
              <a:rPr lang="en-US" sz="1600" b="0" i="0" dirty="0">
                <a:solidFill>
                  <a:srgbClr val="000000"/>
                </a:solidFill>
                <a:effectLst/>
                <a:latin typeface="Consolas" panose="020B0609020204030204" pitchFamily="49" charset="0"/>
              </a:rPr>
              <a:t> = </a:t>
            </a:r>
            <a:r>
              <a:rPr lang="en-US" sz="1600" b="0" i="0" dirty="0" err="1">
                <a:solidFill>
                  <a:srgbClr val="000000"/>
                </a:solidFill>
                <a:effectLst/>
                <a:latin typeface="Consolas" panose="020B0609020204030204" pitchFamily="49" charset="0"/>
              </a:rPr>
              <a:t>xml.responseXML</a:t>
            </a:r>
            <a:r>
              <a:rPr lang="en-US" sz="1600" b="0" i="0" dirty="0">
                <a:solidFill>
                  <a:srgbClr val="000000"/>
                </a:solidFill>
                <a:effectLst/>
                <a:latin typeface="Consolas" panose="020B0609020204030204" pitchFamily="49" charset="0"/>
              </a:rPr>
              <a:t>;</a:t>
            </a:r>
            <a:br>
              <a:rPr lang="en-US" sz="1600" dirty="0"/>
            </a:br>
            <a:r>
              <a:rPr lang="en-US" sz="1600" b="0" i="0" dirty="0">
                <a:solidFill>
                  <a:srgbClr val="000000"/>
                </a:solidFill>
                <a:effectLst/>
                <a:latin typeface="Consolas" panose="020B0609020204030204" pitchFamily="49" charset="0"/>
              </a:rPr>
              <a:t>    </a:t>
            </a:r>
            <a:r>
              <a:rPr lang="en-US" sz="1600" b="0" i="0" dirty="0">
                <a:solidFill>
                  <a:srgbClr val="0000CD"/>
                </a:solidFill>
                <a:effectLst/>
                <a:latin typeface="Consolas" panose="020B0609020204030204" pitchFamily="49" charset="0"/>
              </a:rPr>
              <a:t>var</a:t>
            </a:r>
            <a:r>
              <a:rPr lang="en-US" sz="1600" b="0" i="0" dirty="0">
                <a:solidFill>
                  <a:srgbClr val="000000"/>
                </a:solidFill>
                <a:effectLst/>
                <a:latin typeface="Consolas" panose="020B0609020204030204" pitchFamily="49" charset="0"/>
              </a:rPr>
              <a:t> </a:t>
            </a:r>
            <a:r>
              <a:rPr lang="en-US" sz="1600" b="0" i="0" dirty="0" err="1">
                <a:solidFill>
                  <a:srgbClr val="000000"/>
                </a:solidFill>
                <a:effectLst/>
                <a:highlight>
                  <a:srgbClr val="FFFF00"/>
                </a:highlight>
                <a:latin typeface="Consolas" panose="020B0609020204030204" pitchFamily="49" charset="0"/>
              </a:rPr>
              <a:t>mainTags</a:t>
            </a:r>
            <a:r>
              <a:rPr lang="en-US" sz="1600" b="0" i="0" dirty="0">
                <a:solidFill>
                  <a:srgbClr val="000000"/>
                </a:solidFill>
                <a:effectLst/>
                <a:latin typeface="Consolas" panose="020B0609020204030204" pitchFamily="49" charset="0"/>
              </a:rPr>
              <a:t> = </a:t>
            </a:r>
            <a:r>
              <a:rPr lang="en-US" sz="1600" b="0" i="0" dirty="0" err="1">
                <a:solidFill>
                  <a:srgbClr val="000000"/>
                </a:solidFill>
                <a:effectLst/>
                <a:latin typeface="Consolas" panose="020B0609020204030204" pitchFamily="49" charset="0"/>
              </a:rPr>
              <a:t>xmlDoc.getElementsByTagName</a:t>
            </a:r>
            <a:r>
              <a:rPr lang="en-US" sz="1600" b="0" i="0" dirty="0">
                <a:solidFill>
                  <a:srgbClr val="000000"/>
                </a:solidFill>
                <a:effectLst/>
                <a:latin typeface="Consolas" panose="020B0609020204030204" pitchFamily="49" charset="0"/>
              </a:rPr>
              <a:t>(</a:t>
            </a:r>
            <a:r>
              <a:rPr lang="en-US" sz="1600" b="0" i="0" dirty="0">
                <a:solidFill>
                  <a:srgbClr val="A52A2A"/>
                </a:solidFill>
                <a:effectLst/>
                <a:latin typeface="Consolas" panose="020B0609020204030204" pitchFamily="49" charset="0"/>
              </a:rPr>
              <a:t>"</a:t>
            </a:r>
            <a:r>
              <a:rPr lang="en-US" sz="1600" b="0" i="0" dirty="0">
                <a:solidFill>
                  <a:schemeClr val="accent5">
                    <a:lumMod val="75000"/>
                  </a:schemeClr>
                </a:solidFill>
                <a:effectLst/>
                <a:highlight>
                  <a:srgbClr val="FFFF00"/>
                </a:highlight>
                <a:latin typeface="Consolas" panose="020B0609020204030204" pitchFamily="49" charset="0"/>
              </a:rPr>
              <a:t>TAG THAT IS THE MAIN OUTER TAG</a:t>
            </a:r>
            <a:r>
              <a:rPr lang="en-US" sz="1600" b="0" i="0" dirty="0">
                <a:solidFill>
                  <a:srgbClr val="A52A2A"/>
                </a:solidFill>
                <a:effectLst/>
                <a:latin typeface="Consolas" panose="020B0609020204030204" pitchFamily="49" charset="0"/>
              </a:rPr>
              <a:t>"</a:t>
            </a:r>
            <a:r>
              <a:rPr lang="en-US" sz="1600" b="0" i="0" dirty="0">
                <a:solidFill>
                  <a:srgbClr val="000000"/>
                </a:solidFill>
                <a:effectLst/>
                <a:latin typeface="Consolas" panose="020B0609020204030204" pitchFamily="49" charset="0"/>
              </a:rPr>
              <a:t>); &lt;- </a:t>
            </a:r>
            <a:r>
              <a:rPr lang="en-US" sz="1600" b="0" i="0" dirty="0">
                <a:solidFill>
                  <a:srgbClr val="000000"/>
                </a:solidFill>
                <a:effectLst/>
                <a:highlight>
                  <a:srgbClr val="FFFF00"/>
                </a:highlight>
                <a:latin typeface="Consolas" panose="020B0609020204030204" pitchFamily="49" charset="0"/>
              </a:rPr>
              <a:t>ARRAY</a:t>
            </a:r>
            <a:br>
              <a:rPr lang="en-US" sz="1600" dirty="0"/>
            </a:br>
            <a:r>
              <a:rPr lang="en-US" sz="1600" b="0" i="0" dirty="0">
                <a:solidFill>
                  <a:srgbClr val="000000"/>
                </a:solidFill>
                <a:effectLst/>
                <a:latin typeface="Consolas" panose="020B0609020204030204" pitchFamily="49" charset="0"/>
              </a:rPr>
              <a:t>    //LOOP THRU THE NUMBER OF XML GROUPS UNTIL WE RUN OUT</a:t>
            </a:r>
          </a:p>
          <a:p>
            <a:r>
              <a:rPr lang="en-US" sz="1600" dirty="0">
                <a:solidFill>
                  <a:srgbClr val="000000"/>
                </a:solidFill>
                <a:latin typeface="Consolas" panose="020B0609020204030204" pitchFamily="49" charset="0"/>
              </a:rPr>
              <a:t>	//USING ARRAY NOTATION, GRAB THE OTHER TAGS IN THE GROUP BY NAME</a:t>
            </a:r>
            <a:endParaRPr lang="en-US" sz="1600" b="0" i="0" dirty="0">
              <a:solidFill>
                <a:srgbClr val="0000CD"/>
              </a:solidFill>
              <a:effectLst/>
              <a:latin typeface="Consolas" panose="020B0609020204030204" pitchFamily="49" charset="0"/>
            </a:endParaRPr>
          </a:p>
          <a:p>
            <a:r>
              <a:rPr lang="en-US" sz="1600" b="0" i="0" dirty="0">
                <a:solidFill>
                  <a:srgbClr val="000000"/>
                </a:solidFill>
                <a:effectLst/>
                <a:latin typeface="Consolas" panose="020B0609020204030204" pitchFamily="49" charset="0"/>
              </a:rPr>
              <a:t>}</a:t>
            </a:r>
            <a:endParaRPr lang="en-US" sz="1600" dirty="0"/>
          </a:p>
        </p:txBody>
      </p:sp>
    </p:spTree>
    <p:extLst>
      <p:ext uri="{BB962C8B-B14F-4D97-AF65-F5344CB8AC3E}">
        <p14:creationId xmlns:p14="http://schemas.microsoft.com/office/powerpoint/2010/main" val="1176492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1DFF-AB19-5CCA-CA44-727067959C1B}"/>
              </a:ext>
            </a:extLst>
          </p:cNvPr>
          <p:cNvSpPr>
            <a:spLocks noGrp="1"/>
          </p:cNvSpPr>
          <p:nvPr>
            <p:ph type="title"/>
          </p:nvPr>
        </p:nvSpPr>
        <p:spPr/>
        <p:txBody>
          <a:bodyPr/>
          <a:lstStyle/>
          <a:p>
            <a:r>
              <a:rPr lang="en-US" dirty="0"/>
              <a:t>Parsing thru xml using child nodes</a:t>
            </a:r>
          </a:p>
        </p:txBody>
      </p:sp>
      <p:sp>
        <p:nvSpPr>
          <p:cNvPr id="4" name="TextBox 3">
            <a:extLst>
              <a:ext uri="{FF2B5EF4-FFF2-40B4-BE49-F238E27FC236}">
                <a16:creationId xmlns:a16="http://schemas.microsoft.com/office/drawing/2014/main" id="{B6C5B5B9-7410-3D3F-A221-7034338C3F5D}"/>
              </a:ext>
            </a:extLst>
          </p:cNvPr>
          <p:cNvSpPr txBox="1"/>
          <p:nvPr/>
        </p:nvSpPr>
        <p:spPr>
          <a:xfrm>
            <a:off x="685800" y="5782880"/>
            <a:ext cx="9525000" cy="369332"/>
          </a:xfrm>
          <a:prstGeom prst="rect">
            <a:avLst/>
          </a:prstGeom>
          <a:noFill/>
        </p:spPr>
        <p:txBody>
          <a:bodyPr wrap="square">
            <a:spAutoFit/>
          </a:bodyPr>
          <a:lstStyle/>
          <a:p>
            <a:r>
              <a:rPr lang="en-US" dirty="0"/>
              <a:t>https://developer.mozilla.org/en-US/docs/Web/Guide/Parsing_and_serializing_XML</a:t>
            </a:r>
          </a:p>
        </p:txBody>
      </p:sp>
      <p:sp>
        <p:nvSpPr>
          <p:cNvPr id="6" name="TextBox 5">
            <a:extLst>
              <a:ext uri="{FF2B5EF4-FFF2-40B4-BE49-F238E27FC236}">
                <a16:creationId xmlns:a16="http://schemas.microsoft.com/office/drawing/2014/main" id="{45F70855-9A9D-CACA-B303-5344E27A3F79}"/>
              </a:ext>
            </a:extLst>
          </p:cNvPr>
          <p:cNvSpPr txBox="1"/>
          <p:nvPr/>
        </p:nvSpPr>
        <p:spPr>
          <a:xfrm>
            <a:off x="152400" y="1818568"/>
            <a:ext cx="11277600" cy="2800767"/>
          </a:xfrm>
          <a:prstGeom prst="rect">
            <a:avLst/>
          </a:prstGeom>
          <a:noFill/>
        </p:spPr>
        <p:txBody>
          <a:bodyPr wrap="square">
            <a:spAutoFit/>
          </a:bodyPr>
          <a:lstStyle/>
          <a:p>
            <a:r>
              <a:rPr lang="en-US" sz="1600" b="0" dirty="0">
                <a:solidFill>
                  <a:srgbClr val="0000FF"/>
                </a:solidFill>
                <a:effectLst/>
                <a:latin typeface="Consolas" panose="020B0609020204030204" pitchFamily="49" charset="0"/>
              </a:rPr>
              <a:t>for</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var</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 </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&lt; </a:t>
            </a:r>
            <a:r>
              <a:rPr lang="en-US" sz="1600" b="0" dirty="0" err="1">
                <a:solidFill>
                  <a:srgbClr val="000000"/>
                </a:solidFill>
                <a:effectLst/>
                <a:latin typeface="Consolas" panose="020B0609020204030204" pitchFamily="49" charset="0"/>
              </a:rPr>
              <a:t>mainTags.length</a:t>
            </a:r>
            <a:r>
              <a:rPr lang="en-US" sz="1600" b="0" dirty="0">
                <a:solidFill>
                  <a:srgbClr val="000000"/>
                </a:solidFill>
                <a:effectLst/>
                <a:latin typeface="Consolas" panose="020B0609020204030204" pitchFamily="49" charset="0"/>
              </a:rPr>
              <a:t>; </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p>
          <a:p>
            <a:endParaRPr lang="en-US" sz="1600" dirty="0">
              <a:solidFill>
                <a:srgbClr val="000000"/>
              </a:solidFill>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i="0" dirty="0" err="1">
                <a:solidFill>
                  <a:srgbClr val="000000"/>
                </a:solidFill>
                <a:effectLst/>
                <a:latin typeface="Consolas" panose="020B0609020204030204" pitchFamily="49" charset="0"/>
              </a:rPr>
              <a:t>xmlDoc.getElementsByTagName</a:t>
            </a:r>
            <a:r>
              <a:rPr lang="en-US" sz="1600" b="0" i="0" dirty="0">
                <a:solidFill>
                  <a:srgbClr val="000000"/>
                </a:solidFill>
                <a:effectLst/>
                <a:latin typeface="Consolas" panose="020B0609020204030204" pitchFamily="49" charset="0"/>
              </a:rPr>
              <a:t>(</a:t>
            </a:r>
            <a:r>
              <a:rPr lang="en-US" sz="1600" b="0" i="0" dirty="0">
                <a:solidFill>
                  <a:srgbClr val="A52A2A"/>
                </a:solidFill>
                <a:effectLst/>
                <a:latin typeface="Consolas" panose="020B0609020204030204" pitchFamily="49" charset="0"/>
              </a:rPr>
              <a:t>"</a:t>
            </a:r>
            <a:r>
              <a:rPr lang="en-US" sz="1600" b="0" i="0" dirty="0">
                <a:solidFill>
                  <a:schemeClr val="accent5">
                    <a:lumMod val="75000"/>
                  </a:schemeClr>
                </a:solidFill>
                <a:effectLst/>
                <a:highlight>
                  <a:srgbClr val="FFFF00"/>
                </a:highlight>
                <a:latin typeface="Consolas" panose="020B0609020204030204" pitchFamily="49" charset="0"/>
              </a:rPr>
              <a:t>first tag</a:t>
            </a:r>
            <a:r>
              <a:rPr lang="en-US" sz="1600" b="0" i="0" dirty="0">
                <a:solidFill>
                  <a:srgbClr val="A52A2A"/>
                </a:solidFill>
                <a:effectLst/>
                <a:latin typeface="Consolas" panose="020B0609020204030204" pitchFamily="49" charset="0"/>
              </a:rPr>
              <a:t>"</a:t>
            </a:r>
            <a:r>
              <a:rPr lang="en-US" sz="1600" b="0" i="0" dirty="0">
                <a:solidFill>
                  <a:srgbClr val="000000"/>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i</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childNodes</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0</a:t>
            </a:r>
            <a:r>
              <a:rPr lang="en-US" sz="1600" b="0" dirty="0">
                <a:solidFill>
                  <a:srgbClr val="000000"/>
                </a:solidFill>
                <a:effectLst/>
                <a:latin typeface="Consolas" panose="020B0609020204030204" pitchFamily="49" charset="0"/>
              </a:rPr>
              <a:t>].</a:t>
            </a:r>
            <a:r>
              <a:rPr lang="en-US" sz="1600" b="0" dirty="0" err="1">
                <a:solidFill>
                  <a:srgbClr val="000000"/>
                </a:solidFill>
                <a:effectLst/>
                <a:latin typeface="Consolas" panose="020B0609020204030204" pitchFamily="49" charset="0"/>
              </a:rPr>
              <a:t>nodeValue</a:t>
            </a:r>
            <a:endParaRPr lang="en-US" sz="1600" b="0" dirty="0">
              <a:solidFill>
                <a:srgbClr val="000000"/>
              </a:solidFill>
              <a:effectLst/>
              <a:latin typeface="Consolas" panose="020B0609020204030204" pitchFamily="49" charset="0"/>
            </a:endParaRPr>
          </a:p>
          <a:p>
            <a:endParaRPr lang="en-US" sz="1600" dirty="0">
              <a:solidFill>
                <a:srgbClr val="000000"/>
              </a:solidFill>
              <a:latin typeface="Consolas" panose="020B0609020204030204" pitchFamily="49" charset="0"/>
            </a:endParaRPr>
          </a:p>
          <a:p>
            <a:r>
              <a:rPr lang="en-US" sz="1600" b="0" dirty="0">
                <a:solidFill>
                  <a:srgbClr val="000000"/>
                </a:solidFill>
                <a:effectLst/>
                <a:latin typeface="Consolas" panose="020B0609020204030204" pitchFamily="49" charset="0"/>
              </a:rPr>
              <a:t>				//get all of the items using each tag name and write them out</a:t>
            </a:r>
          </a:p>
          <a:p>
            <a:r>
              <a:rPr lang="en-US" sz="1600" dirty="0">
                <a:solidFill>
                  <a:srgbClr val="000000"/>
                </a:solidFill>
                <a:latin typeface="Consolas" panose="020B0609020204030204" pitchFamily="49" charset="0"/>
              </a:rPr>
              <a:t>				// to the screen as you did with JSON</a:t>
            </a:r>
            <a:endParaRPr lang="en-US" sz="1600" b="0" dirty="0">
              <a:solidFill>
                <a:srgbClr val="000000"/>
              </a:solidFill>
              <a:effectLst/>
              <a:latin typeface="Consolas" panose="020B0609020204030204" pitchFamily="49" charset="0"/>
            </a:endParaRPr>
          </a:p>
          <a:p>
            <a:endParaRPr lang="en-US" sz="1600" dirty="0">
              <a:solidFill>
                <a:srgbClr val="000000"/>
              </a:solidFill>
              <a:latin typeface="Consolas" panose="020B0609020204030204" pitchFamily="49" charset="0"/>
            </a:endParaRPr>
          </a:p>
          <a:p>
            <a:endParaRPr lang="en-US" sz="1600" b="0" dirty="0">
              <a:solidFill>
                <a:srgbClr val="000000"/>
              </a:solidFill>
              <a:effectLst/>
              <a:latin typeface="Consolas" panose="020B0609020204030204" pitchFamily="49" charset="0"/>
            </a:endParaRP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82549281"/>
      </p:ext>
    </p:extLst>
  </p:cSld>
  <p:clrMapOvr>
    <a:masterClrMapping/>
  </p:clrMapOvr>
</p:sld>
</file>

<file path=ppt/theme/theme1.xml><?xml version="1.0" encoding="utf-8"?>
<a:theme xmlns:a="http://schemas.openxmlformats.org/drawingml/2006/main" name="Theme1">
  <a:themeElements>
    <a:clrScheme name="MTC Colors 2018">
      <a:dk1>
        <a:srgbClr val="142C45"/>
      </a:dk1>
      <a:lt1>
        <a:sysClr val="window" lastClr="FFFFFF"/>
      </a:lt1>
      <a:dk2>
        <a:srgbClr val="142C45"/>
      </a:dk2>
      <a:lt2>
        <a:srgbClr val="FFFFFE"/>
      </a:lt2>
      <a:accent1>
        <a:srgbClr val="192F5E"/>
      </a:accent1>
      <a:accent2>
        <a:srgbClr val="236E9E"/>
      </a:accent2>
      <a:accent3>
        <a:srgbClr val="F7A800"/>
      </a:accent3>
      <a:accent4>
        <a:srgbClr val="E75300"/>
      </a:accent4>
      <a:accent5>
        <a:srgbClr val="80BF1F"/>
      </a:accent5>
      <a:accent6>
        <a:srgbClr val="007166"/>
      </a:accent6>
      <a:hlink>
        <a:srgbClr val="879392"/>
      </a:hlink>
      <a:folHlink>
        <a:srgbClr val="BFC7C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1" id="{0313CD60-EA42-4A94-BBFB-17F9DF7D6425}" vid="{7B87027D-15CC-4AF2-9035-E41911AE03E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24653</TotalTime>
  <Words>1436</Words>
  <Application>Microsoft Office PowerPoint</Application>
  <PresentationFormat>Widescreen</PresentationFormat>
  <Paragraphs>170</Paragraphs>
  <Slides>22</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22</vt:i4>
      </vt:variant>
    </vt:vector>
  </HeadingPairs>
  <TitlesOfParts>
    <vt:vector size="31" baseType="lpstr">
      <vt:lpstr>Arial</vt:lpstr>
      <vt:lpstr>Arial Narrow</vt:lpstr>
      <vt:lpstr>Calibri</vt:lpstr>
      <vt:lpstr>Consolas</vt:lpstr>
      <vt:lpstr>Times New Roman</vt:lpstr>
      <vt:lpstr>Verdana</vt:lpstr>
      <vt:lpstr>Theme1</vt:lpstr>
      <vt:lpstr>Document</vt:lpstr>
      <vt:lpstr>Microsoft Word Document</vt:lpstr>
      <vt:lpstr>Chapter 16 – extra</vt:lpstr>
      <vt:lpstr>PowerPoint Presentation</vt:lpstr>
      <vt:lpstr>PowerPoint Presentation</vt:lpstr>
      <vt:lpstr>PowerPoint Presentation</vt:lpstr>
      <vt:lpstr>PowerPoint Presentation</vt:lpstr>
      <vt:lpstr>PowerPoint Presentation</vt:lpstr>
      <vt:lpstr>PowerPoint Presentation</vt:lpstr>
      <vt:lpstr>How to use the parse method with json text string p 527</vt:lpstr>
      <vt:lpstr>PowerPoint Presentation</vt:lpstr>
      <vt:lpstr>Update in class project/Colors project</vt:lpstr>
      <vt:lpstr>XML</vt:lpstr>
      <vt:lpstr>XML</vt:lpstr>
      <vt:lpstr>XML Syntax</vt:lpstr>
      <vt:lpstr>XML Syntax</vt:lpstr>
      <vt:lpstr>Syntax Rules for XML Declaration</vt:lpstr>
      <vt:lpstr>Syntax for tags and elements (XHTML Rules)</vt:lpstr>
      <vt:lpstr>XML Text</vt:lpstr>
      <vt:lpstr>Project: convert json to xml for states</vt:lpstr>
      <vt:lpstr>ajax and xml</vt:lpstr>
      <vt:lpstr>how to parse xml in javascript</vt:lpstr>
      <vt:lpstr>convert in class project with states to parsed xml </vt:lpstr>
      <vt:lpstr>Parsing thru xml using child nodes</vt:lpstr>
    </vt:vector>
  </TitlesOfParts>
  <Company>Mike Murach &amp; Associates,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Stephen</dc:creator>
  <cp:lastModifiedBy>Jennifer Whitley</cp:lastModifiedBy>
  <cp:revision>94</cp:revision>
  <dcterms:created xsi:type="dcterms:W3CDTF">2010-11-30T18:46:51Z</dcterms:created>
  <dcterms:modified xsi:type="dcterms:W3CDTF">2023-07-18T14:27:04Z</dcterms:modified>
</cp:coreProperties>
</file>